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1"/>
  </p:notesMasterIdLst>
  <p:sldIdLst>
    <p:sldId id="256" r:id="rId2"/>
    <p:sldId id="258" r:id="rId3"/>
    <p:sldId id="260" r:id="rId4"/>
    <p:sldId id="290" r:id="rId5"/>
    <p:sldId id="291" r:id="rId6"/>
    <p:sldId id="294" r:id="rId7"/>
    <p:sldId id="295" r:id="rId8"/>
    <p:sldId id="307" r:id="rId9"/>
    <p:sldId id="304" r:id="rId10"/>
    <p:sldId id="305" r:id="rId11"/>
    <p:sldId id="306" r:id="rId12"/>
    <p:sldId id="293" r:id="rId13"/>
    <p:sldId id="292" r:id="rId14"/>
    <p:sldId id="303" r:id="rId15"/>
    <p:sldId id="298" r:id="rId16"/>
    <p:sldId id="297" r:id="rId17"/>
    <p:sldId id="302" r:id="rId18"/>
    <p:sldId id="299" r:id="rId19"/>
    <p:sldId id="301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Anybody" panose="020B0604020202020204" charset="0"/>
      <p:regular r:id="rId24"/>
      <p:bold r:id="rId25"/>
      <p:italic r:id="rId26"/>
      <p:boldItalic r:id="rId27"/>
    </p:embeddedFont>
    <p:embeddedFont>
      <p:font typeface="Bebas Neue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Fira Code" pitchFamily="1" charset="0"/>
      <p:regular r:id="rId33"/>
      <p:bold r:id="rId34"/>
    </p:embeddedFont>
    <p:embeddedFont>
      <p:font typeface="Nunito Light" pitchFamily="2" charset="0"/>
      <p:regular r:id="rId35"/>
      <p: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Open Sans Light" panose="020B0306030504020204" pitchFamily="34" charset="0"/>
      <p:regular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4EE54B-BFAC-49A7-8ED7-17F747F1360A}">
  <a:tblStyle styleId="{B04EE54B-BFAC-49A7-8ED7-17F747F136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60"/>
  </p:normalViewPr>
  <p:slideViewPr>
    <p:cSldViewPr snapToGrid="0">
      <p:cViewPr>
        <p:scale>
          <a:sx n="150" d="100"/>
          <a:sy n="150" d="100"/>
        </p:scale>
        <p:origin x="8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503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791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803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609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87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70025" y="622725"/>
            <a:ext cx="4638900" cy="31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70025" y="3968650"/>
            <a:ext cx="46389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83300" y="387775"/>
            <a:ext cx="3083700" cy="4755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-6275" y="387775"/>
            <a:ext cx="9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6287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297375" y="2005825"/>
            <a:ext cx="4230600" cy="290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297375" y="6413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628725" y="387775"/>
            <a:ext cx="3083700" cy="4755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18" name="Google Shape;18;p3"/>
          <p:cNvCxnSpPr/>
          <p:nvPr/>
        </p:nvCxnSpPr>
        <p:spPr>
          <a:xfrm>
            <a:off x="-6275" y="387775"/>
            <a:ext cx="9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6287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4298338" y="2367525"/>
            <a:ext cx="3024300" cy="18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720008" y="2367525"/>
            <a:ext cx="3024300" cy="18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720000" y="1615325"/>
            <a:ext cx="2138700" cy="7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298373" y="1615325"/>
            <a:ext cx="2138700" cy="7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-6275" y="387775"/>
            <a:ext cx="9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30;p5"/>
          <p:cNvCxnSpPr/>
          <p:nvPr/>
        </p:nvCxnSpPr>
        <p:spPr>
          <a:xfrm>
            <a:off x="3747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19975" y="112625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334025" y="112625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3" hasCustomPrompt="1"/>
          </p:nvPr>
        </p:nvSpPr>
        <p:spPr>
          <a:xfrm>
            <a:off x="719975" y="236450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1334025" y="236450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5" hasCustomPrompt="1"/>
          </p:nvPr>
        </p:nvSpPr>
        <p:spPr>
          <a:xfrm>
            <a:off x="719975" y="360275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1334025" y="360275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7" hasCustomPrompt="1"/>
          </p:nvPr>
        </p:nvSpPr>
        <p:spPr>
          <a:xfrm>
            <a:off x="4250575" y="112625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4864625" y="112625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9" hasCustomPrompt="1"/>
          </p:nvPr>
        </p:nvSpPr>
        <p:spPr>
          <a:xfrm>
            <a:off x="4250575" y="236450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4864625" y="236450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4" hasCustomPrompt="1"/>
          </p:nvPr>
        </p:nvSpPr>
        <p:spPr>
          <a:xfrm>
            <a:off x="4250575" y="3602750"/>
            <a:ext cx="614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4864625" y="3602750"/>
            <a:ext cx="21423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67" name="Google Shape;67;p13"/>
          <p:cNvCxnSpPr/>
          <p:nvPr/>
        </p:nvCxnSpPr>
        <p:spPr>
          <a:xfrm>
            <a:off x="-6275" y="387775"/>
            <a:ext cx="9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13"/>
          <p:cNvCxnSpPr/>
          <p:nvPr/>
        </p:nvCxnSpPr>
        <p:spPr>
          <a:xfrm>
            <a:off x="3747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nybody"/>
              <a:buNone/>
              <a:defRPr sz="26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5616">
          <p15:clr>
            <a:srgbClr val="EA4335"/>
          </p15:clr>
        </p15:guide>
        <p15:guide id="3" orient="horz" pos="144">
          <p15:clr>
            <a:srgbClr val="EA4335"/>
          </p15:clr>
        </p15:guide>
        <p15:guide id="4" orient="horz" pos="30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5"/>
          <p:cNvGrpSpPr/>
          <p:nvPr/>
        </p:nvGrpSpPr>
        <p:grpSpPr>
          <a:xfrm>
            <a:off x="-6275" y="425"/>
            <a:ext cx="9175800" cy="5245200"/>
            <a:chOff x="-6275" y="425"/>
            <a:chExt cx="9175800" cy="5245200"/>
          </a:xfrm>
        </p:grpSpPr>
        <p:cxnSp>
          <p:nvCxnSpPr>
            <p:cNvPr id="126" name="Google Shape;126;p25"/>
            <p:cNvCxnSpPr/>
            <p:nvPr/>
          </p:nvCxnSpPr>
          <p:spPr>
            <a:xfrm>
              <a:off x="5683300" y="425"/>
              <a:ext cx="0" cy="524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25"/>
            <p:cNvCxnSpPr/>
            <p:nvPr/>
          </p:nvCxnSpPr>
          <p:spPr>
            <a:xfrm>
              <a:off x="8767000" y="425"/>
              <a:ext cx="0" cy="524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25"/>
            <p:cNvCxnSpPr/>
            <p:nvPr/>
          </p:nvCxnSpPr>
          <p:spPr>
            <a:xfrm>
              <a:off x="-6275" y="3843825"/>
              <a:ext cx="9175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870025" y="622725"/>
            <a:ext cx="4638900" cy="31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Proyecto 1 -</a:t>
            </a:r>
            <a:br>
              <a:rPr lang="en-US" sz="4800" dirty="0"/>
            </a:br>
            <a:r>
              <a:rPr lang="en-US" sz="4800" dirty="0" err="1"/>
              <a:t>Monoambiente</a:t>
            </a:r>
            <a:endParaRPr lang="es-AR" sz="4800" dirty="0">
              <a:solidFill>
                <a:schemeClr val="dk2"/>
              </a:solidFill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870025" y="3968650"/>
            <a:ext cx="2590676" cy="37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Gartner, Facundo Nicol</a:t>
            </a:r>
            <a:r>
              <a:rPr lang="es-AR" dirty="0" err="1"/>
              <a:t>ás</a:t>
            </a:r>
            <a:endParaRPr dirty="0"/>
          </a:p>
        </p:txBody>
      </p:sp>
      <p:pic>
        <p:nvPicPr>
          <p:cNvPr id="131" name="Google Shape;131;p25" title="monochromatic-urban-minimal-landscap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62" r="9462"/>
          <a:stretch/>
        </p:blipFill>
        <p:spPr>
          <a:xfrm>
            <a:off x="5683300" y="387775"/>
            <a:ext cx="3083700" cy="4755600"/>
          </a:xfrm>
          <a:prstGeom prst="round2Same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/>
              <a:t>Índice</a:t>
            </a:r>
            <a:endParaRPr dirty="0"/>
          </a:p>
        </p:txBody>
      </p:sp>
      <p:sp>
        <p:nvSpPr>
          <p:cNvPr id="146" name="Google Shape;146;p27"/>
          <p:cNvSpPr txBox="1">
            <a:spLocks noGrp="1"/>
          </p:cNvSpPr>
          <p:nvPr>
            <p:ph type="title" idx="2"/>
          </p:nvPr>
        </p:nvSpPr>
        <p:spPr>
          <a:xfrm>
            <a:off x="719975" y="1126250"/>
            <a:ext cx="614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1"/>
          </p:nvPr>
        </p:nvSpPr>
        <p:spPr>
          <a:xfrm>
            <a:off x="1334025" y="1154985"/>
            <a:ext cx="2142300" cy="390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Inspiración</a:t>
            </a:r>
            <a:endParaRPr dirty="0"/>
          </a:p>
        </p:txBody>
      </p:sp>
      <p:sp>
        <p:nvSpPr>
          <p:cNvPr id="148" name="Google Shape;148;p27"/>
          <p:cNvSpPr txBox="1">
            <a:spLocks noGrp="1"/>
          </p:cNvSpPr>
          <p:nvPr>
            <p:ph type="title" idx="3"/>
          </p:nvPr>
        </p:nvSpPr>
        <p:spPr>
          <a:xfrm>
            <a:off x="719924" y="2755000"/>
            <a:ext cx="614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4"/>
          </p:nvPr>
        </p:nvSpPr>
        <p:spPr>
          <a:xfrm>
            <a:off x="1333974" y="2780725"/>
            <a:ext cx="2209275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Carga de modelos</a:t>
            </a:r>
            <a:endParaRPr dirty="0"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6"/>
          </p:nvPr>
        </p:nvSpPr>
        <p:spPr>
          <a:xfrm>
            <a:off x="1457798" y="3311125"/>
            <a:ext cx="2422001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dirty="0" err="1"/>
              <a:t>CustomGameObject</a:t>
            </a:r>
            <a:endParaRPr dirty="0"/>
          </a:p>
        </p:txBody>
      </p:sp>
      <p:sp>
        <p:nvSpPr>
          <p:cNvPr id="152" name="Google Shape;152;p27"/>
          <p:cNvSpPr txBox="1">
            <a:spLocks noGrp="1"/>
          </p:cNvSpPr>
          <p:nvPr>
            <p:ph type="title" idx="7"/>
          </p:nvPr>
        </p:nvSpPr>
        <p:spPr>
          <a:xfrm>
            <a:off x="4250575" y="1126250"/>
            <a:ext cx="614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8"/>
          </p:nvPr>
        </p:nvSpPr>
        <p:spPr>
          <a:xfrm>
            <a:off x="4864624" y="1126250"/>
            <a:ext cx="2260075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AR" dirty="0"/>
              <a:t>Cámaras y transformaciones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AR" dirty="0"/>
          </a:p>
        </p:txBody>
      </p:sp>
      <p:sp>
        <p:nvSpPr>
          <p:cNvPr id="154" name="Google Shape;154;p27"/>
          <p:cNvSpPr txBox="1">
            <a:spLocks noGrp="1"/>
          </p:cNvSpPr>
          <p:nvPr>
            <p:ph type="title" idx="9"/>
          </p:nvPr>
        </p:nvSpPr>
        <p:spPr>
          <a:xfrm>
            <a:off x="4250524" y="2755000"/>
            <a:ext cx="614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13"/>
          </p:nvPr>
        </p:nvSpPr>
        <p:spPr>
          <a:xfrm>
            <a:off x="4864574" y="2755000"/>
            <a:ext cx="2260074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Presentación del proyecto en Unity</a:t>
            </a:r>
          </a:p>
        </p:txBody>
      </p:sp>
      <p:sp>
        <p:nvSpPr>
          <p:cNvPr id="27" name="Google Shape;151;p27">
            <a:extLst>
              <a:ext uri="{FF2B5EF4-FFF2-40B4-BE49-F238E27FC236}">
                <a16:creationId xmlns:a16="http://schemas.microsoft.com/office/drawing/2014/main" id="{337958F7-EDC1-4AE1-B829-0271E4C13203}"/>
              </a:ext>
            </a:extLst>
          </p:cNvPr>
          <p:cNvSpPr txBox="1">
            <a:spLocks/>
          </p:cNvSpPr>
          <p:nvPr/>
        </p:nvSpPr>
        <p:spPr>
          <a:xfrm>
            <a:off x="1457797" y="3732175"/>
            <a:ext cx="274585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AR" dirty="0" err="1"/>
              <a:t>Parser</a:t>
            </a:r>
            <a:r>
              <a:rPr lang="es-AR" dirty="0"/>
              <a:t> de modelos .</a:t>
            </a:r>
            <a:r>
              <a:rPr lang="es-AR" dirty="0" err="1"/>
              <a:t>obj</a:t>
            </a:r>
            <a:endParaRPr lang="es-AR" dirty="0"/>
          </a:p>
        </p:txBody>
      </p:sp>
      <p:sp>
        <p:nvSpPr>
          <p:cNvPr id="28" name="Google Shape;151;p27">
            <a:extLst>
              <a:ext uri="{FF2B5EF4-FFF2-40B4-BE49-F238E27FC236}">
                <a16:creationId xmlns:a16="http://schemas.microsoft.com/office/drawing/2014/main" id="{A079C5B1-E0B4-4D48-BA20-1CA443120E78}"/>
              </a:ext>
            </a:extLst>
          </p:cNvPr>
          <p:cNvSpPr txBox="1">
            <a:spLocks/>
          </p:cNvSpPr>
          <p:nvPr/>
        </p:nvSpPr>
        <p:spPr>
          <a:xfrm>
            <a:off x="1457797" y="2250325"/>
            <a:ext cx="274585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AR" dirty="0" err="1"/>
              <a:t>Face</a:t>
            </a:r>
            <a:r>
              <a:rPr lang="es-AR" dirty="0"/>
              <a:t> </a:t>
            </a:r>
            <a:r>
              <a:rPr lang="es-AR" dirty="0" err="1"/>
              <a:t>culling</a:t>
            </a:r>
            <a:endParaRPr lang="es-AR" dirty="0"/>
          </a:p>
        </p:txBody>
      </p:sp>
      <p:sp>
        <p:nvSpPr>
          <p:cNvPr id="29" name="Google Shape;151;p27">
            <a:extLst>
              <a:ext uri="{FF2B5EF4-FFF2-40B4-BE49-F238E27FC236}">
                <a16:creationId xmlns:a16="http://schemas.microsoft.com/office/drawing/2014/main" id="{01FA809B-EF81-4FA4-8BFE-24CF68271BB6}"/>
              </a:ext>
            </a:extLst>
          </p:cNvPr>
          <p:cNvSpPr txBox="1">
            <a:spLocks/>
          </p:cNvSpPr>
          <p:nvPr/>
        </p:nvSpPr>
        <p:spPr>
          <a:xfrm>
            <a:off x="1457849" y="1574375"/>
            <a:ext cx="2422001" cy="7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AR" dirty="0"/>
              <a:t>Construcción de la escena</a:t>
            </a:r>
          </a:p>
        </p:txBody>
      </p:sp>
      <p:cxnSp>
        <p:nvCxnSpPr>
          <p:cNvPr id="32" name="Google Shape;128;p25">
            <a:extLst>
              <a:ext uri="{FF2B5EF4-FFF2-40B4-BE49-F238E27FC236}">
                <a16:creationId xmlns:a16="http://schemas.microsoft.com/office/drawing/2014/main" id="{02D506D1-5BEB-4943-AA66-CEF98BCF6FBD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1027025" y="1573850"/>
            <a:ext cx="0" cy="9002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128;p25">
            <a:extLst>
              <a:ext uri="{FF2B5EF4-FFF2-40B4-BE49-F238E27FC236}">
                <a16:creationId xmlns:a16="http://schemas.microsoft.com/office/drawing/2014/main" id="{EF018438-7503-4BA1-9919-A8142989D0C6}"/>
              </a:ext>
            </a:extLst>
          </p:cNvPr>
          <p:cNvCxnSpPr>
            <a:cxnSpLocks/>
            <a:endCxn id="151" idx="1"/>
          </p:cNvCxnSpPr>
          <p:nvPr/>
        </p:nvCxnSpPr>
        <p:spPr>
          <a:xfrm>
            <a:off x="1026974" y="3534925"/>
            <a:ext cx="43082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128;p25">
            <a:extLst>
              <a:ext uri="{FF2B5EF4-FFF2-40B4-BE49-F238E27FC236}">
                <a16:creationId xmlns:a16="http://schemas.microsoft.com/office/drawing/2014/main" id="{2A460F5D-9A28-492A-8066-76D496F67732}"/>
              </a:ext>
            </a:extLst>
          </p:cNvPr>
          <p:cNvCxnSpPr>
            <a:cxnSpLocks/>
            <a:stCxn id="148" idx="2"/>
          </p:cNvCxnSpPr>
          <p:nvPr/>
        </p:nvCxnSpPr>
        <p:spPr>
          <a:xfrm>
            <a:off x="1026974" y="3202600"/>
            <a:ext cx="0" cy="753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128;p25">
            <a:extLst>
              <a:ext uri="{FF2B5EF4-FFF2-40B4-BE49-F238E27FC236}">
                <a16:creationId xmlns:a16="http://schemas.microsoft.com/office/drawing/2014/main" id="{C736B0DB-10DD-498B-AB10-7C662E847209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1026974" y="3955975"/>
            <a:ext cx="43082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128;p25">
            <a:extLst>
              <a:ext uri="{FF2B5EF4-FFF2-40B4-BE49-F238E27FC236}">
                <a16:creationId xmlns:a16="http://schemas.microsoft.com/office/drawing/2014/main" id="{9A8FFB5C-F7AE-4BEC-B2D5-2C217D8B910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026974" y="2474125"/>
            <a:ext cx="43082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128;p25">
            <a:extLst>
              <a:ext uri="{FF2B5EF4-FFF2-40B4-BE49-F238E27FC236}">
                <a16:creationId xmlns:a16="http://schemas.microsoft.com/office/drawing/2014/main" id="{E9B6518F-121E-4D6F-A135-5543D7FCE54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027025" y="1940900"/>
            <a:ext cx="43082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4297375" y="2005825"/>
            <a:ext cx="4230600" cy="290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Inspiración</a:t>
            </a:r>
            <a:endParaRPr dirty="0"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2"/>
          </p:nvPr>
        </p:nvSpPr>
        <p:spPr>
          <a:xfrm>
            <a:off x="4297375" y="6413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89DD7A3F-1688-427A-B3A7-D980E28180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" t="1569" r="1311"/>
          <a:stretch/>
        </p:blipFill>
        <p:spPr>
          <a:xfrm>
            <a:off x="635077" y="395766"/>
            <a:ext cx="3060530" cy="2703031"/>
          </a:xfrm>
          <a:prstGeom prst="rect">
            <a:avLst/>
          </a:prstGeom>
        </p:spPr>
      </p:pic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89DD7A3F-1688-427A-B3A7-D980E28180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" t="1569" r="1311"/>
          <a:stretch/>
        </p:blipFill>
        <p:spPr>
          <a:xfrm>
            <a:off x="635077" y="395766"/>
            <a:ext cx="3060624" cy="2703114"/>
          </a:xfrm>
          <a:prstGeom prst="rect">
            <a:avLst/>
          </a:prstGeom>
        </p:spPr>
      </p:pic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0789A0E-49B0-4E94-BE04-1BAF7C7B6AD3}"/>
              </a:ext>
            </a:extLst>
          </p:cNvPr>
          <p:cNvSpPr/>
          <p:nvPr/>
        </p:nvSpPr>
        <p:spPr>
          <a:xfrm>
            <a:off x="5093602" y="1117138"/>
            <a:ext cx="3310461" cy="2791919"/>
          </a:xfrm>
          <a:prstGeom prst="rect">
            <a:avLst/>
          </a:prstGeom>
          <a:pattFill prst="lgGrid">
            <a:fgClr>
              <a:schemeClr val="accent5"/>
            </a:fgClr>
            <a:bgClr>
              <a:schemeClr val="bg1"/>
            </a:bgClr>
          </a:patt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6B3FA47-DA1A-4B7F-B2BE-44CF39CC3094}"/>
              </a:ext>
            </a:extLst>
          </p:cNvPr>
          <p:cNvSpPr txBox="1"/>
          <p:nvPr/>
        </p:nvSpPr>
        <p:spPr>
          <a:xfrm>
            <a:off x="4651840" y="778486"/>
            <a:ext cx="46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2x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F33F9780-E1D7-4A5A-BAB4-D0832CFAC7B6}"/>
              </a:ext>
            </a:extLst>
          </p:cNvPr>
          <p:cNvGrpSpPr/>
          <p:nvPr/>
        </p:nvGrpSpPr>
        <p:grpSpPr>
          <a:xfrm rot="5400000">
            <a:off x="3457561" y="2452377"/>
            <a:ext cx="2791920" cy="121443"/>
            <a:chOff x="1117601" y="5891213"/>
            <a:chExt cx="3310466" cy="121443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9B99123-331E-4A35-B38E-745868513BED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9499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F55B3275-79AA-4EF2-886B-6E1ADE3E32AA}"/>
                </a:ext>
              </a:extLst>
            </p:cNvPr>
            <p:cNvCxnSpPr>
              <a:cxnSpLocks/>
            </p:cNvCxnSpPr>
            <p:nvPr/>
          </p:nvCxnSpPr>
          <p:spPr>
            <a:xfrm>
              <a:off x="4428067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F9DAA84-A369-451F-9EFD-0FD5379A7A2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6A3E755-F24B-41D4-AB8E-7D07820D6881}"/>
              </a:ext>
            </a:extLst>
          </p:cNvPr>
          <p:cNvSpPr txBox="1"/>
          <p:nvPr/>
        </p:nvSpPr>
        <p:spPr>
          <a:xfrm>
            <a:off x="4347502" y="2267756"/>
            <a:ext cx="5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7m</a:t>
            </a: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EA4904E-40E8-41CD-9335-4F0FCA153AFA}"/>
              </a:ext>
            </a:extLst>
          </p:cNvPr>
          <p:cNvGrpSpPr/>
          <p:nvPr/>
        </p:nvGrpSpPr>
        <p:grpSpPr>
          <a:xfrm>
            <a:off x="5093602" y="4011898"/>
            <a:ext cx="3310466" cy="121443"/>
            <a:chOff x="1117601" y="5891213"/>
            <a:chExt cx="3310466" cy="121443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289A655A-6004-4A81-83F6-18022EF0A3AD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9499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093B7746-263F-4F7B-94BD-52F23FC4C776}"/>
                </a:ext>
              </a:extLst>
            </p:cNvPr>
            <p:cNvCxnSpPr>
              <a:cxnSpLocks/>
            </p:cNvCxnSpPr>
            <p:nvPr/>
          </p:nvCxnSpPr>
          <p:spPr>
            <a:xfrm>
              <a:off x="4428067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36FF5FB-7FD4-480A-BB2B-E3C4ECF83822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A9FFCD7-9FDE-4A67-AB56-890662ACBE43}"/>
              </a:ext>
            </a:extLst>
          </p:cNvPr>
          <p:cNvSpPr txBox="1"/>
          <p:nvPr/>
        </p:nvSpPr>
        <p:spPr>
          <a:xfrm>
            <a:off x="6472612" y="4129373"/>
            <a:ext cx="55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8m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16DF53D-9A66-426E-AD72-9916B9936930}"/>
              </a:ext>
            </a:extLst>
          </p:cNvPr>
          <p:cNvSpPr txBox="1"/>
          <p:nvPr/>
        </p:nvSpPr>
        <p:spPr>
          <a:xfrm>
            <a:off x="922255" y="3778247"/>
            <a:ext cx="2579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Anybody" panose="020B0604020202020204" charset="0"/>
              </a:rPr>
              <a:t>Piso y techo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0D16A49-FD66-42D7-A9CE-D50DC1C06950}"/>
              </a:ext>
            </a:extLst>
          </p:cNvPr>
          <p:cNvSpPr txBox="1"/>
          <p:nvPr/>
        </p:nvSpPr>
        <p:spPr>
          <a:xfrm>
            <a:off x="3779187" y="14801"/>
            <a:ext cx="324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Construcción de la escena</a:t>
            </a:r>
          </a:p>
        </p:txBody>
      </p:sp>
    </p:spTree>
    <p:extLst>
      <p:ext uri="{BB962C8B-B14F-4D97-AF65-F5344CB8AC3E}">
        <p14:creationId xmlns:p14="http://schemas.microsoft.com/office/powerpoint/2010/main" val="200556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8" grpId="0"/>
      <p:bldP spid="43" grpId="0"/>
      <p:bldP spid="45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89DD7A3F-1688-427A-B3A7-D980E28180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" t="1569" r="1311"/>
          <a:stretch/>
        </p:blipFill>
        <p:spPr>
          <a:xfrm>
            <a:off x="635077" y="395766"/>
            <a:ext cx="3060624" cy="2703114"/>
          </a:xfrm>
          <a:prstGeom prst="rect">
            <a:avLst/>
          </a:prstGeom>
        </p:spPr>
      </p:pic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B7999004-CF45-40E0-AEA6-A1F77F3C2AB1}"/>
              </a:ext>
            </a:extLst>
          </p:cNvPr>
          <p:cNvSpPr/>
          <p:nvPr/>
        </p:nvSpPr>
        <p:spPr>
          <a:xfrm>
            <a:off x="5083123" y="872284"/>
            <a:ext cx="3310466" cy="1562630"/>
          </a:xfrm>
          <a:prstGeom prst="rect">
            <a:avLst/>
          </a:prstGeom>
          <a:pattFill prst="lgGrid">
            <a:fgClr>
              <a:schemeClr val="accent5"/>
            </a:fgClr>
            <a:bgClr>
              <a:schemeClr val="bg1"/>
            </a:bgClr>
          </a:patt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954182-3C6F-4466-BCE2-F285079D2AA0}"/>
              </a:ext>
            </a:extLst>
          </p:cNvPr>
          <p:cNvSpPr txBox="1"/>
          <p:nvPr/>
        </p:nvSpPr>
        <p:spPr>
          <a:xfrm>
            <a:off x="4682051" y="502952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2x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0E01CBE-5C74-4CFC-B994-5085CE65298C}"/>
              </a:ext>
            </a:extLst>
          </p:cNvPr>
          <p:cNvGrpSpPr/>
          <p:nvPr/>
        </p:nvGrpSpPr>
        <p:grpSpPr>
          <a:xfrm>
            <a:off x="5083123" y="2530164"/>
            <a:ext cx="3310466" cy="121443"/>
            <a:chOff x="1117601" y="5891213"/>
            <a:chExt cx="3310466" cy="121443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1F8EA263-1DFF-4B9F-8001-B168EC601C0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9499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FA2A1CF-9F28-43CB-B32A-AD5EF9B34AAB}"/>
                </a:ext>
              </a:extLst>
            </p:cNvPr>
            <p:cNvCxnSpPr>
              <a:cxnSpLocks/>
            </p:cNvCxnSpPr>
            <p:nvPr/>
          </p:nvCxnSpPr>
          <p:spPr>
            <a:xfrm>
              <a:off x="4428067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95ABD4D-B9CA-4F1E-A45C-DCBCA2643073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2DD766C-AAED-4381-BC9C-85F0369E79FA}"/>
              </a:ext>
            </a:extLst>
          </p:cNvPr>
          <p:cNvGrpSpPr/>
          <p:nvPr/>
        </p:nvGrpSpPr>
        <p:grpSpPr>
          <a:xfrm rot="5400000">
            <a:off x="4101272" y="1592878"/>
            <a:ext cx="1562630" cy="121443"/>
            <a:chOff x="1270001" y="6043613"/>
            <a:chExt cx="3310466" cy="121443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1D6DF354-3BCA-4C50-BB11-1A5541F8AEAC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1" y="61023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41661A4-D8A2-42D2-9A94-C145A149E1E9}"/>
                </a:ext>
              </a:extLst>
            </p:cNvPr>
            <p:cNvCxnSpPr>
              <a:cxnSpLocks/>
            </p:cNvCxnSpPr>
            <p:nvPr/>
          </p:nvCxnSpPr>
          <p:spPr>
            <a:xfrm>
              <a:off x="4580467" y="60436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683693B1-C01E-47AA-B946-D5A13CF0BB25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1" y="60436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D41EA1-8EF0-4504-942C-C03C68636E57}"/>
              </a:ext>
            </a:extLst>
          </p:cNvPr>
          <p:cNvSpPr txBox="1"/>
          <p:nvPr/>
        </p:nvSpPr>
        <p:spPr>
          <a:xfrm>
            <a:off x="4098324" y="1468932"/>
            <a:ext cx="7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2,5m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828CD80-3A9D-47E6-A9FD-E6D73E9176C2}"/>
              </a:ext>
            </a:extLst>
          </p:cNvPr>
          <p:cNvSpPr/>
          <p:nvPr/>
        </p:nvSpPr>
        <p:spPr>
          <a:xfrm>
            <a:off x="5083123" y="3076750"/>
            <a:ext cx="3025400" cy="1562630"/>
          </a:xfrm>
          <a:prstGeom prst="rect">
            <a:avLst/>
          </a:prstGeom>
          <a:pattFill prst="lgGrid">
            <a:fgClr>
              <a:schemeClr val="accent5"/>
            </a:fgClr>
            <a:bgClr>
              <a:schemeClr val="bg1"/>
            </a:bgClr>
          </a:patt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7C3A4E5-6510-4AF2-A9BA-BB5A57915C8A}"/>
              </a:ext>
            </a:extLst>
          </p:cNvPr>
          <p:cNvSpPr txBox="1"/>
          <p:nvPr/>
        </p:nvSpPr>
        <p:spPr>
          <a:xfrm>
            <a:off x="4651604" y="2707417"/>
            <a:ext cx="46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2x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FA34C59-21DB-4667-A893-59DE54ECBEB4}"/>
              </a:ext>
            </a:extLst>
          </p:cNvPr>
          <p:cNvGrpSpPr/>
          <p:nvPr/>
        </p:nvGrpSpPr>
        <p:grpSpPr>
          <a:xfrm>
            <a:off x="5083123" y="4735798"/>
            <a:ext cx="3025400" cy="121443"/>
            <a:chOff x="1117601" y="5891213"/>
            <a:chExt cx="3310466" cy="121443"/>
          </a:xfrm>
        </p:grpSpPr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4C603ECA-CCC1-4A21-941C-1EA5DB94FF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9499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A14A561-A66C-4BC5-A904-A127D4038741}"/>
                </a:ext>
              </a:extLst>
            </p:cNvPr>
            <p:cNvCxnSpPr>
              <a:cxnSpLocks/>
            </p:cNvCxnSpPr>
            <p:nvPr/>
          </p:nvCxnSpPr>
          <p:spPr>
            <a:xfrm>
              <a:off x="4428067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F649D11D-CA2F-448F-A319-BB1EC7660EC1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1" y="58912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15703B94-69EC-4BA3-B9CA-37382558EE9A}"/>
              </a:ext>
            </a:extLst>
          </p:cNvPr>
          <p:cNvGrpSpPr/>
          <p:nvPr/>
        </p:nvGrpSpPr>
        <p:grpSpPr>
          <a:xfrm rot="5400000">
            <a:off x="4101271" y="3802573"/>
            <a:ext cx="1562630" cy="110985"/>
            <a:chOff x="1270001" y="6043613"/>
            <a:chExt cx="3310466" cy="121443"/>
          </a:xfrm>
        </p:grpSpPr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34023AD4-4DD9-470B-A38E-0DD62C46B04D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1" y="6102350"/>
              <a:ext cx="33104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B278C8A7-955A-45E7-B21A-AFB429DB517D}"/>
                </a:ext>
              </a:extLst>
            </p:cNvPr>
            <p:cNvCxnSpPr>
              <a:cxnSpLocks/>
            </p:cNvCxnSpPr>
            <p:nvPr/>
          </p:nvCxnSpPr>
          <p:spPr>
            <a:xfrm>
              <a:off x="4580467" y="60436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0ECC2311-8610-43A7-9AD8-6B0ABF492CBF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1" y="6043613"/>
              <a:ext cx="0" cy="1214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A7C916F-41DF-428E-9B3A-9E096CDEE5A9}"/>
              </a:ext>
            </a:extLst>
          </p:cNvPr>
          <p:cNvSpPr txBox="1"/>
          <p:nvPr/>
        </p:nvSpPr>
        <p:spPr>
          <a:xfrm>
            <a:off x="4107069" y="3627044"/>
            <a:ext cx="72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2,5m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8C1D87D-A454-4905-9E26-6987CF7BF24D}"/>
              </a:ext>
            </a:extLst>
          </p:cNvPr>
          <p:cNvSpPr txBox="1"/>
          <p:nvPr/>
        </p:nvSpPr>
        <p:spPr>
          <a:xfrm>
            <a:off x="6431687" y="4793366"/>
            <a:ext cx="5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7m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6B3FA47-DA1A-4B7F-B2BE-44CF39CC3094}"/>
              </a:ext>
            </a:extLst>
          </p:cNvPr>
          <p:cNvSpPr txBox="1"/>
          <p:nvPr/>
        </p:nvSpPr>
        <p:spPr>
          <a:xfrm>
            <a:off x="4680363" y="504121"/>
            <a:ext cx="46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A9FFCD7-9FDE-4A67-AB56-890662ACBE43}"/>
              </a:ext>
            </a:extLst>
          </p:cNvPr>
          <p:cNvSpPr txBox="1"/>
          <p:nvPr/>
        </p:nvSpPr>
        <p:spPr>
          <a:xfrm>
            <a:off x="6493383" y="2588900"/>
            <a:ext cx="70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nybody" panose="020B0604020202020204" charset="0"/>
              </a:rPr>
              <a:t>8m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D8CFBC1-B8C3-44AC-97AC-BB5C660FA57E}"/>
              </a:ext>
            </a:extLst>
          </p:cNvPr>
          <p:cNvSpPr txBox="1"/>
          <p:nvPr/>
        </p:nvSpPr>
        <p:spPr>
          <a:xfrm>
            <a:off x="1239250" y="3703988"/>
            <a:ext cx="1852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Anybody" panose="020B0604020202020204" charset="0"/>
              </a:rPr>
              <a:t>Paredes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2EE08FA-CC56-4FE6-9432-4884374B59E9}"/>
              </a:ext>
            </a:extLst>
          </p:cNvPr>
          <p:cNvSpPr txBox="1"/>
          <p:nvPr/>
        </p:nvSpPr>
        <p:spPr>
          <a:xfrm>
            <a:off x="3779187" y="14801"/>
            <a:ext cx="324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Construcción de la escena</a:t>
            </a:r>
          </a:p>
        </p:txBody>
      </p:sp>
    </p:spTree>
    <p:extLst>
      <p:ext uri="{BB962C8B-B14F-4D97-AF65-F5344CB8AC3E}">
        <p14:creationId xmlns:p14="http://schemas.microsoft.com/office/powerpoint/2010/main" val="218431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8" grpId="0"/>
      <p:bldP spid="20" grpId="0" animBg="1"/>
      <p:bldP spid="21" grpId="0"/>
      <p:bldP spid="30" grpId="0"/>
      <p:bldP spid="31" grpId="0"/>
      <p:bldP spid="33" grpId="0"/>
      <p:bldP spid="43" grpId="0"/>
      <p:bldP spid="46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F45726C4-FA1E-4854-8B43-BDED7FE79139}"/>
              </a:ext>
            </a:extLst>
          </p:cNvPr>
          <p:cNvGrpSpPr/>
          <p:nvPr/>
        </p:nvGrpSpPr>
        <p:grpSpPr>
          <a:xfrm>
            <a:off x="2893909" y="1767575"/>
            <a:ext cx="3356183" cy="1607132"/>
            <a:chOff x="2893909" y="1767575"/>
            <a:chExt cx="3356183" cy="1607132"/>
          </a:xfrm>
          <a:solidFill>
            <a:schemeClr val="lt1">
              <a:alpha val="75000"/>
            </a:schemeClr>
          </a:solidFill>
          <a:scene3d>
            <a:camera prst="orthographicFront">
              <a:rot lat="0" lon="0" rev="0"/>
            </a:camera>
            <a:lightRig rig="threePt" dir="t"/>
          </a:scene3d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5D61B675-7DF4-471E-84A6-A2EAD63C97ED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2920840" y="1806599"/>
              <a:ext cx="3290228" cy="154525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8FD15BF3-CB79-4A79-80C7-51497E4517DB}"/>
                </a:ext>
              </a:extLst>
            </p:cNvPr>
            <p:cNvGrpSpPr/>
            <p:nvPr/>
          </p:nvGrpSpPr>
          <p:grpSpPr>
            <a:xfrm>
              <a:off x="2893909" y="1767575"/>
              <a:ext cx="3356183" cy="1607132"/>
              <a:chOff x="2893909" y="1767575"/>
              <a:chExt cx="3356183" cy="1607132"/>
            </a:xfrm>
            <a:grpFill/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91926F-34D4-446B-90BC-3D034905895C}"/>
                  </a:ext>
                </a:extLst>
              </p:cNvPr>
              <p:cNvSpPr/>
              <p:nvPr/>
            </p:nvSpPr>
            <p:spPr>
              <a:xfrm>
                <a:off x="2916767" y="1790435"/>
                <a:ext cx="3310466" cy="1562630"/>
              </a:xfrm>
              <a:prstGeom prst="rect">
                <a:avLst/>
              </a:prstGeom>
              <a:grpFill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00503AD0-67D1-4093-BFC9-2FFC00F5D67F}"/>
                  </a:ext>
                </a:extLst>
              </p:cNvPr>
              <p:cNvSpPr/>
              <p:nvPr/>
            </p:nvSpPr>
            <p:spPr>
              <a:xfrm>
                <a:off x="2897981" y="3328988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282675CA-70F2-45D3-9E38-35896AB5870D}"/>
                  </a:ext>
                </a:extLst>
              </p:cNvPr>
              <p:cNvSpPr/>
              <p:nvPr/>
            </p:nvSpPr>
            <p:spPr>
              <a:xfrm>
                <a:off x="6204373" y="3328988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72E3C2CA-369A-4928-B923-872D294E62E0}"/>
                  </a:ext>
                </a:extLst>
              </p:cNvPr>
              <p:cNvSpPr/>
              <p:nvPr/>
            </p:nvSpPr>
            <p:spPr>
              <a:xfrm>
                <a:off x="6204373" y="176757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A359E195-5D70-4A7D-A748-30B6C2B93CE0}"/>
                  </a:ext>
                </a:extLst>
              </p:cNvPr>
              <p:cNvSpPr/>
              <p:nvPr/>
            </p:nvSpPr>
            <p:spPr>
              <a:xfrm>
                <a:off x="2893909" y="1767575"/>
                <a:ext cx="45719" cy="45719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A148C6-E383-4DC9-8513-1F20C9D9693F}"/>
              </a:ext>
            </a:extLst>
          </p:cNvPr>
          <p:cNvSpPr txBox="1"/>
          <p:nvPr/>
        </p:nvSpPr>
        <p:spPr>
          <a:xfrm>
            <a:off x="2503155" y="1443962"/>
            <a:ext cx="439544" cy="369332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V1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6B133A-1636-4153-90DC-AF03A795A8EF}"/>
              </a:ext>
            </a:extLst>
          </p:cNvPr>
          <p:cNvSpPr txBox="1"/>
          <p:nvPr/>
        </p:nvSpPr>
        <p:spPr>
          <a:xfrm>
            <a:off x="2503155" y="3328988"/>
            <a:ext cx="449162" cy="369332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V2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C2500E-EBFE-4858-883F-C25E0894348E}"/>
              </a:ext>
            </a:extLst>
          </p:cNvPr>
          <p:cNvSpPr txBox="1"/>
          <p:nvPr/>
        </p:nvSpPr>
        <p:spPr>
          <a:xfrm>
            <a:off x="6200302" y="3374707"/>
            <a:ext cx="452368" cy="369332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V3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3C49E5-CAF0-418A-B98C-4B714DC1F173}"/>
              </a:ext>
            </a:extLst>
          </p:cNvPr>
          <p:cNvSpPr txBox="1"/>
          <p:nvPr/>
        </p:nvSpPr>
        <p:spPr>
          <a:xfrm>
            <a:off x="6227232" y="1437267"/>
            <a:ext cx="450764" cy="369332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V4</a:t>
            </a:r>
          </a:p>
        </p:txBody>
      </p:sp>
    </p:spTree>
    <p:extLst>
      <p:ext uri="{BB962C8B-B14F-4D97-AF65-F5344CB8AC3E}">
        <p14:creationId xmlns:p14="http://schemas.microsoft.com/office/powerpoint/2010/main" val="412307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F45726C4-FA1E-4854-8B43-BDED7FE79139}"/>
              </a:ext>
            </a:extLst>
          </p:cNvPr>
          <p:cNvGrpSpPr/>
          <p:nvPr/>
        </p:nvGrpSpPr>
        <p:grpSpPr>
          <a:xfrm>
            <a:off x="2893909" y="1767575"/>
            <a:ext cx="3356183" cy="1607132"/>
            <a:chOff x="2893909" y="1767575"/>
            <a:chExt cx="3356183" cy="1607132"/>
          </a:xfrm>
          <a:noFill/>
          <a:scene3d>
            <a:camera prst="orthographicFront">
              <a:rot lat="0" lon="10800000" rev="0"/>
            </a:camera>
            <a:lightRig rig="threePt" dir="t"/>
          </a:scene3d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5D61B675-7DF4-471E-84A6-A2EAD63C97ED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2920840" y="1806599"/>
              <a:ext cx="3290228" cy="1545250"/>
            </a:xfrm>
            <a:prstGeom prst="line">
              <a:avLst/>
            </a:prstGeom>
            <a:grpFill/>
            <a:ln>
              <a:solidFill>
                <a:schemeClr val="accent5">
                  <a:shade val="50000"/>
                  <a:alpha val="4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8FD15BF3-CB79-4A79-80C7-51497E4517DB}"/>
                </a:ext>
              </a:extLst>
            </p:cNvPr>
            <p:cNvGrpSpPr/>
            <p:nvPr/>
          </p:nvGrpSpPr>
          <p:grpSpPr>
            <a:xfrm>
              <a:off x="2893909" y="1767575"/>
              <a:ext cx="3356183" cy="1607132"/>
              <a:chOff x="2893909" y="1767575"/>
              <a:chExt cx="3356183" cy="1607132"/>
            </a:xfrm>
            <a:grpFill/>
          </p:grpSpPr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1C91926F-34D4-446B-90BC-3D034905895C}"/>
                  </a:ext>
                </a:extLst>
              </p:cNvPr>
              <p:cNvSpPr/>
              <p:nvPr/>
            </p:nvSpPr>
            <p:spPr>
              <a:xfrm>
                <a:off x="2916767" y="1790435"/>
                <a:ext cx="3310466" cy="1562630"/>
              </a:xfrm>
              <a:prstGeom prst="rect">
                <a:avLst/>
              </a:prstGeom>
              <a:grpFill/>
              <a:ln>
                <a:solidFill>
                  <a:schemeClr val="accent5">
                    <a:shade val="50000"/>
                    <a:alpha val="44000"/>
                  </a:schemeClr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00503AD0-67D1-4093-BFC9-2FFC00F5D67F}"/>
                  </a:ext>
                </a:extLst>
              </p:cNvPr>
              <p:cNvSpPr/>
              <p:nvPr/>
            </p:nvSpPr>
            <p:spPr>
              <a:xfrm>
                <a:off x="2897981" y="3328988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5">
                    <a:shade val="50000"/>
                    <a:alpha val="4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dirty="0"/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282675CA-70F2-45D3-9E38-35896AB5870D}"/>
                  </a:ext>
                </a:extLst>
              </p:cNvPr>
              <p:cNvSpPr/>
              <p:nvPr/>
            </p:nvSpPr>
            <p:spPr>
              <a:xfrm>
                <a:off x="6204373" y="3328988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5">
                    <a:shade val="50000"/>
                    <a:alpha val="4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72E3C2CA-369A-4928-B923-872D294E62E0}"/>
                  </a:ext>
                </a:extLst>
              </p:cNvPr>
              <p:cNvSpPr/>
              <p:nvPr/>
            </p:nvSpPr>
            <p:spPr>
              <a:xfrm>
                <a:off x="6204373" y="1767575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5">
                    <a:shade val="50000"/>
                    <a:alpha val="4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A359E195-5D70-4A7D-A748-30B6C2B93CE0}"/>
                  </a:ext>
                </a:extLst>
              </p:cNvPr>
              <p:cNvSpPr/>
              <p:nvPr/>
            </p:nvSpPr>
            <p:spPr>
              <a:xfrm>
                <a:off x="2893909" y="1767575"/>
                <a:ext cx="45719" cy="45719"/>
              </a:xfrm>
              <a:prstGeom prst="ellipse">
                <a:avLst/>
              </a:prstGeom>
              <a:grpFill/>
              <a:ln>
                <a:solidFill>
                  <a:schemeClr val="accent5">
                    <a:shade val="50000"/>
                    <a:alpha val="4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73EBDB8-26E2-4016-942D-0923D7871A84}"/>
              </a:ext>
            </a:extLst>
          </p:cNvPr>
          <p:cNvGrpSpPr/>
          <p:nvPr/>
        </p:nvGrpSpPr>
        <p:grpSpPr>
          <a:xfrm>
            <a:off x="2503155" y="1437267"/>
            <a:ext cx="4174841" cy="2306772"/>
            <a:chOff x="2503155" y="1437267"/>
            <a:chExt cx="4174841" cy="2306772"/>
          </a:xfrm>
          <a:scene3d>
            <a:camera prst="orthographicFront">
              <a:rot lat="0" lon="10800000" rev="0"/>
            </a:camera>
            <a:lightRig rig="threePt" dir="t"/>
          </a:scene3d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71A148C6-E383-4DC9-8513-1F20C9D9693F}"/>
                </a:ext>
              </a:extLst>
            </p:cNvPr>
            <p:cNvSpPr txBox="1"/>
            <p:nvPr/>
          </p:nvSpPr>
          <p:spPr>
            <a:xfrm>
              <a:off x="2503155" y="1443962"/>
              <a:ext cx="439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800" dirty="0">
                  <a:latin typeface="Anybody" panose="020B0604020202020204" charset="0"/>
                </a:rPr>
                <a:t>V1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3A6B133A-1636-4153-90DC-AF03A795A8EF}"/>
                </a:ext>
              </a:extLst>
            </p:cNvPr>
            <p:cNvSpPr txBox="1"/>
            <p:nvPr/>
          </p:nvSpPr>
          <p:spPr>
            <a:xfrm>
              <a:off x="2503155" y="3328988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800" dirty="0">
                  <a:latin typeface="Anybody" panose="020B0604020202020204" charset="0"/>
                </a:rPr>
                <a:t>V2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DC2500E-EBFE-4858-883F-C25E0894348E}"/>
                </a:ext>
              </a:extLst>
            </p:cNvPr>
            <p:cNvSpPr txBox="1"/>
            <p:nvPr/>
          </p:nvSpPr>
          <p:spPr>
            <a:xfrm>
              <a:off x="6200302" y="3374707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800" dirty="0">
                  <a:latin typeface="Anybody" panose="020B0604020202020204" charset="0"/>
                </a:rPr>
                <a:t>V3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633C49E5-CAF0-418A-B98C-4B714DC1F173}"/>
                </a:ext>
              </a:extLst>
            </p:cNvPr>
            <p:cNvSpPr txBox="1"/>
            <p:nvPr/>
          </p:nvSpPr>
          <p:spPr>
            <a:xfrm>
              <a:off x="6227232" y="1437267"/>
              <a:ext cx="450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sz="1800" dirty="0">
                  <a:latin typeface="Anybody" panose="020B0604020202020204" charset="0"/>
                </a:rPr>
                <a:t>V4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8744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3165475" cy="573088"/>
          </a:xfrm>
        </p:spPr>
        <p:txBody>
          <a:bodyPr/>
          <a:lstStyle/>
          <a:p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Face culling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11CE2B-DB5F-4235-8128-40100CE56503}"/>
              </a:ext>
            </a:extLst>
          </p:cNvPr>
          <p:cNvSpPr txBox="1"/>
          <p:nvPr/>
        </p:nvSpPr>
        <p:spPr>
          <a:xfrm>
            <a:off x="1599973" y="1217097"/>
            <a:ext cx="253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Renderizar objeto 3D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36506E-F958-45BE-AA5B-852CAEDAD52E}"/>
              </a:ext>
            </a:extLst>
          </p:cNvPr>
          <p:cNvSpPr txBox="1"/>
          <p:nvPr/>
        </p:nvSpPr>
        <p:spPr>
          <a:xfrm>
            <a:off x="720725" y="2101295"/>
            <a:ext cx="429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Cada triangulo tiene una orientación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138D4D4-8D8A-44A0-94EB-7FF1601FFDD4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2868910" y="1586429"/>
            <a:ext cx="0" cy="514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44E85E7-327C-4AD6-914A-748F3A6EFDB3}"/>
              </a:ext>
            </a:extLst>
          </p:cNvPr>
          <p:cNvSpPr txBox="1"/>
          <p:nvPr/>
        </p:nvSpPr>
        <p:spPr>
          <a:xfrm>
            <a:off x="1131137" y="2920524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Front </a:t>
            </a:r>
            <a:r>
              <a:rPr lang="es-AR" sz="1800" dirty="0" err="1">
                <a:latin typeface="Anybody" panose="020B0604020202020204" charset="0"/>
              </a:rPr>
              <a:t>face</a:t>
            </a:r>
            <a:endParaRPr lang="es-AR" sz="1800" dirty="0">
              <a:latin typeface="Anybody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E3737A-1700-4007-A3C2-EFB022A32DAA}"/>
              </a:ext>
            </a:extLst>
          </p:cNvPr>
          <p:cNvSpPr txBox="1"/>
          <p:nvPr/>
        </p:nvSpPr>
        <p:spPr>
          <a:xfrm>
            <a:off x="3211809" y="2920524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Back </a:t>
            </a:r>
            <a:r>
              <a:rPr lang="es-AR" sz="1800" dirty="0" err="1">
                <a:latin typeface="Anybody" panose="020B0604020202020204" charset="0"/>
              </a:rPr>
              <a:t>face</a:t>
            </a:r>
            <a:endParaRPr lang="es-AR" sz="1800" dirty="0">
              <a:latin typeface="Anybody" panose="020B0604020202020204" charset="0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8A494B5-6379-46B9-8C0D-3AF97F73CA0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1825398" y="2470627"/>
            <a:ext cx="1043512" cy="44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081A3FC-40D2-4631-98F3-780F5DE8254E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2868910" y="2470627"/>
            <a:ext cx="991474" cy="44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4103D3C-19E0-434E-ADD7-215D9742E281}"/>
              </a:ext>
            </a:extLst>
          </p:cNvPr>
          <p:cNvSpPr txBox="1"/>
          <p:nvPr/>
        </p:nvSpPr>
        <p:spPr>
          <a:xfrm>
            <a:off x="4221022" y="3554334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No se ve desde afuera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196B43-3135-4E58-8C1B-0BED1D384E84}"/>
              </a:ext>
            </a:extLst>
          </p:cNvPr>
          <p:cNvSpPr txBox="1"/>
          <p:nvPr/>
        </p:nvSpPr>
        <p:spPr>
          <a:xfrm>
            <a:off x="4221022" y="4189650"/>
            <a:ext cx="240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Mejora rendimiento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F5760FE-64EF-4711-A4CF-4AD082AB31EB}"/>
              </a:ext>
            </a:extLst>
          </p:cNvPr>
          <p:cNvCxnSpPr>
            <a:cxnSpLocks/>
          </p:cNvCxnSpPr>
          <p:nvPr/>
        </p:nvCxnSpPr>
        <p:spPr>
          <a:xfrm>
            <a:off x="3860384" y="3739753"/>
            <a:ext cx="36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95196B2-02AA-441B-A019-1EFA3E9D7F2F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860384" y="4374316"/>
            <a:ext cx="36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E1DBD3D-CF68-4897-91E8-9305930BE152}"/>
              </a:ext>
            </a:extLst>
          </p:cNvPr>
          <p:cNvCxnSpPr>
            <a:stCxn id="13" idx="2"/>
          </p:cNvCxnSpPr>
          <p:nvPr/>
        </p:nvCxnSpPr>
        <p:spPr>
          <a:xfrm>
            <a:off x="3860384" y="3289856"/>
            <a:ext cx="0" cy="108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81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3165475" cy="573088"/>
          </a:xfrm>
        </p:spPr>
        <p:txBody>
          <a:bodyPr/>
          <a:lstStyle/>
          <a:p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Face culling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4D2C549-0EC8-4A1D-A4C6-DB93DE137230}"/>
              </a:ext>
            </a:extLst>
          </p:cNvPr>
          <p:cNvSpPr/>
          <p:nvPr/>
        </p:nvSpPr>
        <p:spPr>
          <a:xfrm>
            <a:off x="720725" y="1123950"/>
            <a:ext cx="2787860" cy="3050801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r>
              <a:rPr lang="en-US" b="0" dirty="0" err="1">
                <a:solidFill>
                  <a:srgbClr val="F1FA8C"/>
                </a:solidFill>
                <a:effectLst/>
                <a:latin typeface="Fira Code" pitchFamily="1" charset="0"/>
              </a:rPr>
              <a:t>BasicShader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</a:t>
            </a:r>
            <a:r>
              <a:rPr lang="en-US" b="0" dirty="0" err="1">
                <a:solidFill>
                  <a:srgbClr val="FF79C6"/>
                </a:solidFill>
                <a:effectLst/>
                <a:latin typeface="Fira Code" pitchFamily="1" charset="0"/>
              </a:rPr>
              <a:t>SubShader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Pass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    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Cull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}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B23B67-14FE-4C02-BF1D-75AED896D45B}"/>
              </a:ext>
            </a:extLst>
          </p:cNvPr>
          <p:cNvSpPr txBox="1"/>
          <p:nvPr/>
        </p:nvSpPr>
        <p:spPr>
          <a:xfrm rot="5400000">
            <a:off x="2188072" y="2767418"/>
            <a:ext cx="437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solidFill>
                  <a:schemeClr val="accent2">
                    <a:lumMod val="8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…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C51C9F-81C7-499B-AEAD-B354F9755F7F}"/>
              </a:ext>
            </a:extLst>
          </p:cNvPr>
          <p:cNvSpPr txBox="1"/>
          <p:nvPr/>
        </p:nvSpPr>
        <p:spPr>
          <a:xfrm>
            <a:off x="2303462" y="2609160"/>
            <a:ext cx="516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BD93F9"/>
                </a:solidFill>
                <a:effectLst/>
                <a:latin typeface="Fira Code" pitchFamily="1" charset="0"/>
              </a:rPr>
              <a:t>Off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2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8827 L -4.72222E-6 2.96296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41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/>
      <p:bldP spid="4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3165475" cy="573088"/>
          </a:xfrm>
        </p:spPr>
        <p:txBody>
          <a:bodyPr/>
          <a:lstStyle/>
          <a:p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Face culling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4D2C549-0EC8-4A1D-A4C6-DB93DE137230}"/>
              </a:ext>
            </a:extLst>
          </p:cNvPr>
          <p:cNvSpPr/>
          <p:nvPr/>
        </p:nvSpPr>
        <p:spPr>
          <a:xfrm>
            <a:off x="720725" y="1123950"/>
            <a:ext cx="2787860" cy="3050801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r>
              <a:rPr lang="en-US" b="0" dirty="0" err="1">
                <a:solidFill>
                  <a:srgbClr val="F1FA8C"/>
                </a:solidFill>
                <a:effectLst/>
                <a:latin typeface="Fira Code" pitchFamily="1" charset="0"/>
              </a:rPr>
              <a:t>BasicShader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</a:t>
            </a:r>
            <a:r>
              <a:rPr lang="en-US" b="0" dirty="0" err="1">
                <a:solidFill>
                  <a:srgbClr val="FF79C6"/>
                </a:solidFill>
                <a:effectLst/>
                <a:latin typeface="Fira Code" pitchFamily="1" charset="0"/>
              </a:rPr>
              <a:t>SubShader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Pass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    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Cull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}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B23B67-14FE-4C02-BF1D-75AED896D45B}"/>
              </a:ext>
            </a:extLst>
          </p:cNvPr>
          <p:cNvSpPr txBox="1"/>
          <p:nvPr/>
        </p:nvSpPr>
        <p:spPr>
          <a:xfrm rot="5400000">
            <a:off x="2188072" y="2767418"/>
            <a:ext cx="437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solidFill>
                  <a:schemeClr val="accent2">
                    <a:lumMod val="8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…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C51C9F-81C7-499B-AEAD-B354F9755F7F}"/>
              </a:ext>
            </a:extLst>
          </p:cNvPr>
          <p:cNvSpPr txBox="1"/>
          <p:nvPr/>
        </p:nvSpPr>
        <p:spPr>
          <a:xfrm>
            <a:off x="2303462" y="260916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BD93F9"/>
                </a:solidFill>
                <a:effectLst/>
                <a:latin typeface="Fira Code" pitchFamily="1" charset="0"/>
              </a:rPr>
              <a:t>Back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96296E-6 L -0.00017 0.10154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0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0.08827 L -1.11111E-6 2.96296E-6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41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4" grpId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3165475" cy="573088"/>
          </a:xfrm>
        </p:spPr>
        <p:txBody>
          <a:bodyPr/>
          <a:lstStyle/>
          <a:p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Face culling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4D2C549-0EC8-4A1D-A4C6-DB93DE137230}"/>
              </a:ext>
            </a:extLst>
          </p:cNvPr>
          <p:cNvSpPr/>
          <p:nvPr/>
        </p:nvSpPr>
        <p:spPr>
          <a:xfrm>
            <a:off x="720725" y="1123950"/>
            <a:ext cx="2787860" cy="3050801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r>
              <a:rPr lang="en-US" b="0" dirty="0" err="1">
                <a:solidFill>
                  <a:srgbClr val="F1FA8C"/>
                </a:solidFill>
                <a:effectLst/>
                <a:latin typeface="Fira Code" pitchFamily="1" charset="0"/>
              </a:rPr>
              <a:t>BasicShader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"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</a:t>
            </a:r>
            <a:r>
              <a:rPr lang="en-US" b="0" dirty="0" err="1">
                <a:solidFill>
                  <a:srgbClr val="FF79C6"/>
                </a:solidFill>
                <a:effectLst/>
                <a:latin typeface="Fira Code" pitchFamily="1" charset="0"/>
              </a:rPr>
              <a:t>SubShader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Pass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{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    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Cull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	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 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}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B23B67-14FE-4C02-BF1D-75AED896D45B}"/>
              </a:ext>
            </a:extLst>
          </p:cNvPr>
          <p:cNvSpPr txBox="1"/>
          <p:nvPr/>
        </p:nvSpPr>
        <p:spPr>
          <a:xfrm rot="5400000">
            <a:off x="2188072" y="2767418"/>
            <a:ext cx="437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solidFill>
                  <a:schemeClr val="accent2">
                    <a:lumMod val="85000"/>
                  </a:schemeClr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…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C51C9F-81C7-499B-AEAD-B354F9755F7F}"/>
              </a:ext>
            </a:extLst>
          </p:cNvPr>
          <p:cNvSpPr txBox="1"/>
          <p:nvPr/>
        </p:nvSpPr>
        <p:spPr>
          <a:xfrm>
            <a:off x="2303462" y="2600429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BD93F9"/>
                </a:solidFill>
                <a:effectLst/>
                <a:latin typeface="Fira Code" pitchFamily="1" charset="0"/>
              </a:rPr>
              <a:t>Front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63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82716E-6 L -0.00018 0.10155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0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4297375" y="2005825"/>
            <a:ext cx="4230600" cy="290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Carga de modelos</a:t>
            </a:r>
            <a:endParaRPr dirty="0"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2"/>
          </p:nvPr>
        </p:nvSpPr>
        <p:spPr>
          <a:xfrm>
            <a:off x="4297375" y="6413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255;p51">
            <a:extLst>
              <a:ext uri="{FF2B5EF4-FFF2-40B4-BE49-F238E27FC236}">
                <a16:creationId xmlns:a16="http://schemas.microsoft.com/office/drawing/2014/main" id="{D2EF3B1E-64C0-4185-AFE0-F12BE2538671}"/>
              </a:ext>
            </a:extLst>
          </p:cNvPr>
          <p:cNvGrpSpPr/>
          <p:nvPr/>
        </p:nvGrpSpPr>
        <p:grpSpPr>
          <a:xfrm>
            <a:off x="1465091" y="1028176"/>
            <a:ext cx="1382884" cy="1461636"/>
            <a:chOff x="4869073" y="503252"/>
            <a:chExt cx="828055" cy="875211"/>
          </a:xfrm>
        </p:grpSpPr>
        <p:sp>
          <p:nvSpPr>
            <p:cNvPr id="8" name="Google Shape;2256;p51">
              <a:extLst>
                <a:ext uri="{FF2B5EF4-FFF2-40B4-BE49-F238E27FC236}">
                  <a16:creationId xmlns:a16="http://schemas.microsoft.com/office/drawing/2014/main" id="{09F5D6F5-2B2F-4586-8B82-27D1D3DBF173}"/>
                </a:ext>
              </a:extLst>
            </p:cNvPr>
            <p:cNvSpPr/>
            <p:nvPr/>
          </p:nvSpPr>
          <p:spPr>
            <a:xfrm flipH="1">
              <a:off x="4869073" y="503252"/>
              <a:ext cx="820400" cy="875211"/>
            </a:xfrm>
            <a:custGeom>
              <a:avLst/>
              <a:gdLst/>
              <a:ahLst/>
              <a:cxnLst/>
              <a:rect l="l" t="t" r="r" b="b"/>
              <a:pathLst>
                <a:path w="886919" h="946174" extrusionOk="0">
                  <a:moveTo>
                    <a:pt x="879086" y="208771"/>
                  </a:moveTo>
                  <a:lnTo>
                    <a:pt x="449486" y="1378"/>
                  </a:lnTo>
                  <a:cubicBezTo>
                    <a:pt x="445678" y="-459"/>
                    <a:pt x="441242" y="-459"/>
                    <a:pt x="437435" y="1378"/>
                  </a:cubicBezTo>
                  <a:lnTo>
                    <a:pt x="7834" y="208771"/>
                  </a:lnTo>
                  <a:cubicBezTo>
                    <a:pt x="3044" y="211083"/>
                    <a:pt x="0" y="215934"/>
                    <a:pt x="0" y="221252"/>
                  </a:cubicBezTo>
                  <a:lnTo>
                    <a:pt x="0" y="724922"/>
                  </a:lnTo>
                  <a:cubicBezTo>
                    <a:pt x="0" y="730240"/>
                    <a:pt x="3044" y="735091"/>
                    <a:pt x="7834" y="737403"/>
                  </a:cubicBezTo>
                  <a:lnTo>
                    <a:pt x="437434" y="944796"/>
                  </a:lnTo>
                  <a:cubicBezTo>
                    <a:pt x="439337" y="945715"/>
                    <a:pt x="441399" y="946175"/>
                    <a:pt x="443460" y="946175"/>
                  </a:cubicBezTo>
                  <a:cubicBezTo>
                    <a:pt x="445520" y="946175"/>
                    <a:pt x="447581" y="945715"/>
                    <a:pt x="449486" y="944796"/>
                  </a:cubicBezTo>
                  <a:lnTo>
                    <a:pt x="879086" y="737403"/>
                  </a:lnTo>
                  <a:cubicBezTo>
                    <a:pt x="883876" y="735091"/>
                    <a:pt x="886920" y="730240"/>
                    <a:pt x="886920" y="724922"/>
                  </a:cubicBezTo>
                  <a:lnTo>
                    <a:pt x="886920" y="221254"/>
                  </a:lnTo>
                  <a:cubicBezTo>
                    <a:pt x="886920" y="215932"/>
                    <a:pt x="883874" y="211085"/>
                    <a:pt x="879086" y="208771"/>
                  </a:cubicBezTo>
                  <a:close/>
                  <a:moveTo>
                    <a:pt x="443460" y="29251"/>
                  </a:moveTo>
                  <a:lnTo>
                    <a:pt x="841180" y="221252"/>
                  </a:lnTo>
                  <a:lnTo>
                    <a:pt x="725889" y="276910"/>
                  </a:lnTo>
                  <a:cubicBezTo>
                    <a:pt x="725159" y="276354"/>
                    <a:pt x="724389" y="275840"/>
                    <a:pt x="723542" y="275432"/>
                  </a:cubicBezTo>
                  <a:lnTo>
                    <a:pt x="328524" y="84737"/>
                  </a:lnTo>
                  <a:lnTo>
                    <a:pt x="443460" y="29251"/>
                  </a:lnTo>
                  <a:close/>
                  <a:moveTo>
                    <a:pt x="297222" y="100408"/>
                  </a:moveTo>
                  <a:lnTo>
                    <a:pt x="694364" y="292130"/>
                  </a:lnTo>
                  <a:lnTo>
                    <a:pt x="613025" y="331398"/>
                  </a:lnTo>
                  <a:lnTo>
                    <a:pt x="216047" y="139754"/>
                  </a:lnTo>
                  <a:lnTo>
                    <a:pt x="297222" y="100408"/>
                  </a:lnTo>
                  <a:close/>
                  <a:moveTo>
                    <a:pt x="703656" y="318424"/>
                  </a:moveTo>
                  <a:lnTo>
                    <a:pt x="703656" y="463576"/>
                  </a:lnTo>
                  <a:lnTo>
                    <a:pt x="627679" y="500255"/>
                  </a:lnTo>
                  <a:lnTo>
                    <a:pt x="627679" y="355103"/>
                  </a:lnTo>
                  <a:lnTo>
                    <a:pt x="703656" y="318424"/>
                  </a:lnTo>
                  <a:close/>
                  <a:moveTo>
                    <a:pt x="859200" y="716225"/>
                  </a:moveTo>
                  <a:lnTo>
                    <a:pt x="457320" y="910231"/>
                  </a:lnTo>
                  <a:lnTo>
                    <a:pt x="457320" y="437344"/>
                  </a:lnTo>
                  <a:lnTo>
                    <a:pt x="553181" y="391066"/>
                  </a:lnTo>
                  <a:cubicBezTo>
                    <a:pt x="560074" y="387738"/>
                    <a:pt x="562964" y="379454"/>
                    <a:pt x="559636" y="372559"/>
                  </a:cubicBezTo>
                  <a:cubicBezTo>
                    <a:pt x="556308" y="365668"/>
                    <a:pt x="548023" y="362774"/>
                    <a:pt x="541128" y="366104"/>
                  </a:cubicBezTo>
                  <a:lnTo>
                    <a:pt x="443460" y="413255"/>
                  </a:lnTo>
                  <a:lnTo>
                    <a:pt x="405029" y="394701"/>
                  </a:lnTo>
                  <a:cubicBezTo>
                    <a:pt x="398134" y="391370"/>
                    <a:pt x="389850" y="394264"/>
                    <a:pt x="386521" y="401157"/>
                  </a:cubicBezTo>
                  <a:cubicBezTo>
                    <a:pt x="383193" y="408050"/>
                    <a:pt x="386083" y="416336"/>
                    <a:pt x="392976" y="419664"/>
                  </a:cubicBezTo>
                  <a:lnTo>
                    <a:pt x="429600" y="437344"/>
                  </a:lnTo>
                  <a:lnTo>
                    <a:pt x="429600" y="910231"/>
                  </a:lnTo>
                  <a:lnTo>
                    <a:pt x="27720" y="716221"/>
                  </a:lnTo>
                  <a:lnTo>
                    <a:pt x="27720" y="243334"/>
                  </a:lnTo>
                  <a:lnTo>
                    <a:pt x="333748" y="391072"/>
                  </a:lnTo>
                  <a:cubicBezTo>
                    <a:pt x="335690" y="392011"/>
                    <a:pt x="337743" y="392454"/>
                    <a:pt x="339763" y="392454"/>
                  </a:cubicBezTo>
                  <a:cubicBezTo>
                    <a:pt x="344916" y="392454"/>
                    <a:pt x="349864" y="389568"/>
                    <a:pt x="352254" y="384617"/>
                  </a:cubicBezTo>
                  <a:cubicBezTo>
                    <a:pt x="355582" y="377724"/>
                    <a:pt x="352692" y="369438"/>
                    <a:pt x="345799" y="366109"/>
                  </a:cubicBezTo>
                  <a:lnTo>
                    <a:pt x="45740" y="221252"/>
                  </a:lnTo>
                  <a:lnTo>
                    <a:pt x="183425" y="154784"/>
                  </a:lnTo>
                  <a:lnTo>
                    <a:pt x="599767" y="355777"/>
                  </a:lnTo>
                  <a:cubicBezTo>
                    <a:pt x="599828" y="355862"/>
                    <a:pt x="599897" y="355938"/>
                    <a:pt x="599959" y="356021"/>
                  </a:cubicBezTo>
                  <a:lnTo>
                    <a:pt x="599959" y="522339"/>
                  </a:lnTo>
                  <a:cubicBezTo>
                    <a:pt x="599959" y="527109"/>
                    <a:pt x="602412" y="531542"/>
                    <a:pt x="606451" y="534079"/>
                  </a:cubicBezTo>
                  <a:cubicBezTo>
                    <a:pt x="608695" y="535487"/>
                    <a:pt x="611254" y="536199"/>
                    <a:pt x="613821" y="536199"/>
                  </a:cubicBezTo>
                  <a:cubicBezTo>
                    <a:pt x="615876" y="536199"/>
                    <a:pt x="617937" y="535742"/>
                    <a:pt x="619846" y="534820"/>
                  </a:cubicBezTo>
                  <a:lnTo>
                    <a:pt x="723542" y="484760"/>
                  </a:lnTo>
                  <a:cubicBezTo>
                    <a:pt x="728332" y="482448"/>
                    <a:pt x="731376" y="477599"/>
                    <a:pt x="731376" y="472279"/>
                  </a:cubicBezTo>
                  <a:lnTo>
                    <a:pt x="731376" y="305044"/>
                  </a:lnTo>
                  <a:lnTo>
                    <a:pt x="859200" y="243336"/>
                  </a:lnTo>
                  <a:lnTo>
                    <a:pt x="859200" y="716225"/>
                  </a:ln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57;p51">
              <a:extLst>
                <a:ext uri="{FF2B5EF4-FFF2-40B4-BE49-F238E27FC236}">
                  <a16:creationId xmlns:a16="http://schemas.microsoft.com/office/drawing/2014/main" id="{2813480A-C79E-4E64-B3E7-5936050A2820}"/>
                </a:ext>
              </a:extLst>
            </p:cNvPr>
            <p:cNvSpPr/>
            <p:nvPr/>
          </p:nvSpPr>
          <p:spPr>
            <a:xfrm flipH="1">
              <a:off x="5606358" y="1062632"/>
              <a:ext cx="90770" cy="58163"/>
            </a:xfrm>
            <a:custGeom>
              <a:avLst/>
              <a:gdLst/>
              <a:ahLst/>
              <a:cxnLst/>
              <a:rect l="l" t="t" r="r" b="b"/>
              <a:pathLst>
                <a:path w="90770" h="58163" extrusionOk="0">
                  <a:moveTo>
                    <a:pt x="82934" y="31818"/>
                  </a:moveTo>
                  <a:lnTo>
                    <a:pt x="19890" y="1383"/>
                  </a:lnTo>
                  <a:cubicBezTo>
                    <a:pt x="12993" y="-1949"/>
                    <a:pt x="4710" y="945"/>
                    <a:pt x="1382" y="7838"/>
                  </a:cubicBezTo>
                  <a:cubicBezTo>
                    <a:pt x="-1946" y="14732"/>
                    <a:pt x="944" y="23018"/>
                    <a:pt x="7837" y="26346"/>
                  </a:cubicBezTo>
                  <a:lnTo>
                    <a:pt x="70881" y="56781"/>
                  </a:lnTo>
                  <a:cubicBezTo>
                    <a:pt x="72824" y="57720"/>
                    <a:pt x="74877" y="58163"/>
                    <a:pt x="76896" y="58163"/>
                  </a:cubicBezTo>
                  <a:cubicBezTo>
                    <a:pt x="82049" y="58163"/>
                    <a:pt x="86998" y="55277"/>
                    <a:pt x="89387" y="50326"/>
                  </a:cubicBezTo>
                  <a:cubicBezTo>
                    <a:pt x="92717" y="43431"/>
                    <a:pt x="89827" y="35148"/>
                    <a:pt x="82934" y="31818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58;p51">
              <a:extLst>
                <a:ext uri="{FF2B5EF4-FFF2-40B4-BE49-F238E27FC236}">
                  <a16:creationId xmlns:a16="http://schemas.microsoft.com/office/drawing/2014/main" id="{318B295C-2179-48CA-989D-40C1C6B263E8}"/>
                </a:ext>
              </a:extLst>
            </p:cNvPr>
            <p:cNvSpPr/>
            <p:nvPr/>
          </p:nvSpPr>
          <p:spPr>
            <a:xfrm flipH="1">
              <a:off x="5548335" y="996897"/>
              <a:ext cx="148704" cy="86132"/>
            </a:xfrm>
            <a:custGeom>
              <a:avLst/>
              <a:gdLst/>
              <a:ahLst/>
              <a:cxnLst/>
              <a:rect l="l" t="t" r="r" b="b"/>
              <a:pathLst>
                <a:path w="148704" h="86132" extrusionOk="0">
                  <a:moveTo>
                    <a:pt x="140867" y="59786"/>
                  </a:moveTo>
                  <a:lnTo>
                    <a:pt x="19888" y="1382"/>
                  </a:lnTo>
                  <a:cubicBezTo>
                    <a:pt x="12993" y="-1946"/>
                    <a:pt x="4709" y="944"/>
                    <a:pt x="1381" y="7839"/>
                  </a:cubicBezTo>
                  <a:cubicBezTo>
                    <a:pt x="-1946" y="14732"/>
                    <a:pt x="945" y="23018"/>
                    <a:pt x="7838" y="26346"/>
                  </a:cubicBezTo>
                  <a:lnTo>
                    <a:pt x="128817" y="84750"/>
                  </a:lnTo>
                  <a:cubicBezTo>
                    <a:pt x="130759" y="85687"/>
                    <a:pt x="132812" y="86133"/>
                    <a:pt x="134832" y="86133"/>
                  </a:cubicBezTo>
                  <a:cubicBezTo>
                    <a:pt x="139984" y="86133"/>
                    <a:pt x="144933" y="83246"/>
                    <a:pt x="147322" y="78295"/>
                  </a:cubicBezTo>
                  <a:cubicBezTo>
                    <a:pt x="150651" y="71399"/>
                    <a:pt x="147760" y="63112"/>
                    <a:pt x="140867" y="59786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10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FC905CF-9A6F-43BC-ACF0-5064FA4AA908}"/>
              </a:ext>
            </a:extLst>
          </p:cNvPr>
          <p:cNvSpPr/>
          <p:nvPr/>
        </p:nvSpPr>
        <p:spPr>
          <a:xfrm>
            <a:off x="501740" y="507556"/>
            <a:ext cx="8508910" cy="4493069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34" y="687630"/>
            <a:ext cx="6792760" cy="573088"/>
          </a:xfrm>
        </p:spPr>
        <p:txBody>
          <a:bodyPr/>
          <a:lstStyle/>
          <a:p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abstract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class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8BE9FD"/>
                </a:solidFill>
                <a:effectLst/>
                <a:latin typeface="Fira Code" pitchFamily="1" charset="0"/>
              </a:rPr>
              <a:t>CustomGameObject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D97A5D1-7AF2-470A-8FA1-CC4E3E06E1CE}"/>
              </a:ext>
            </a:extLst>
          </p:cNvPr>
          <p:cNvSpPr txBox="1"/>
          <p:nvPr/>
        </p:nvSpPr>
        <p:spPr>
          <a:xfrm>
            <a:off x="1238284" y="1129087"/>
            <a:ext cx="81247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</a:p>
          <a:p>
            <a:r>
              <a:rPr lang="en-US" dirty="0">
                <a:solidFill>
                  <a:srgbClr val="FF79C6"/>
                </a:solidFill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private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8BE9FD"/>
                </a:solidFill>
                <a:effectLst/>
                <a:latin typeface="Fira Code" pitchFamily="1" charset="0"/>
              </a:rPr>
              <a:t>GameObject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F8F8F2"/>
                </a:solidFill>
                <a:effectLst/>
                <a:latin typeface="Fira Code" pitchFamily="1" charset="0"/>
              </a:rPr>
              <a:t>gameObject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;</a:t>
            </a:r>
          </a:p>
          <a:p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protected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abstract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8BE9FD"/>
                </a:solidFill>
                <a:effectLst/>
                <a:latin typeface="Fira Code" pitchFamily="1" charset="0"/>
              </a:rPr>
              <a:t>MeshData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CreateMeshData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();</a:t>
            </a:r>
          </a:p>
          <a:p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abstract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50FA7B"/>
                </a:solidFill>
                <a:effectLst/>
                <a:latin typeface="Fira Code" pitchFamily="1" charset="0"/>
              </a:rPr>
              <a:t>Create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();</a:t>
            </a:r>
          </a:p>
          <a:p>
            <a:endParaRPr lang="en-US" dirty="0">
              <a:solidFill>
                <a:srgbClr val="F8F8F2"/>
              </a:solidFill>
              <a:latin typeface="Fira Code" pitchFamily="1" charset="0"/>
            </a:endParaRPr>
          </a:p>
          <a:p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 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50FA7B"/>
                </a:solidFill>
                <a:effectLst/>
                <a:latin typeface="Fira Code" pitchFamily="1" charset="0"/>
              </a:rPr>
              <a:t>Create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string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>
                <a:solidFill>
                  <a:srgbClr val="FFB86C"/>
                </a:solidFill>
                <a:effectLst/>
                <a:latin typeface="Fira Code" pitchFamily="1" charset="0"/>
              </a:rPr>
              <a:t>name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){…}</a:t>
            </a:r>
            <a:endParaRPr lang="en-US" b="0" u="sng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SetProjectionMatrix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Matrix4x4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FFB86C"/>
                </a:solidFill>
                <a:effectLst/>
                <a:latin typeface="Fira Code" pitchFamily="1" charset="0"/>
              </a:rPr>
              <a:t>projectionMatrix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){…}</a:t>
            </a:r>
          </a:p>
          <a:p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SetViewMatrix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Matrix4x4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FFB86C"/>
                </a:solidFill>
                <a:effectLst/>
                <a:latin typeface="Fira Code" pitchFamily="1" charset="0"/>
              </a:rPr>
              <a:t>viewMatrix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){…}</a:t>
            </a:r>
          </a:p>
          <a:p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SetModelMatrix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</a:t>
            </a:r>
            <a:r>
              <a:rPr lang="en-US" b="0" i="1" dirty="0">
                <a:solidFill>
                  <a:srgbClr val="8BE9FD"/>
                </a:solidFill>
                <a:effectLst/>
                <a:latin typeface="Fira Code" pitchFamily="1" charset="0"/>
              </a:rPr>
              <a:t>Matrix4x4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FFB86C"/>
                </a:solidFill>
                <a:effectLst/>
                <a:latin typeface="Fira Code" pitchFamily="1" charset="0"/>
              </a:rPr>
              <a:t>modelMatrix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){…}</a:t>
            </a:r>
          </a:p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endParaRPr lang="en-US" b="0" dirty="0">
              <a:solidFill>
                <a:srgbClr val="FF79C6"/>
              </a:solidFill>
              <a:effectLst/>
              <a:latin typeface="Fira Code" pitchFamily="1" charset="0"/>
            </a:endParaRPr>
          </a:p>
          <a:p>
            <a:r>
              <a:rPr lang="en-US" dirty="0">
                <a:solidFill>
                  <a:srgbClr val="FF79C6"/>
                </a:solidFill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8BE9FD"/>
                </a:solidFill>
                <a:effectLst/>
                <a:latin typeface="Fira Code" pitchFamily="1" charset="0"/>
              </a:rPr>
              <a:t>MeshRenderer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GetRenderer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(){…}</a:t>
            </a:r>
          </a:p>
          <a:p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2362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4353C8E-0A39-45AF-A740-A48C9341B755}"/>
              </a:ext>
            </a:extLst>
          </p:cNvPr>
          <p:cNvSpPr/>
          <p:nvPr/>
        </p:nvSpPr>
        <p:spPr>
          <a:xfrm>
            <a:off x="2984586" y="2831643"/>
            <a:ext cx="5650646" cy="2259917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grpSp>
        <p:nvGrpSpPr>
          <p:cNvPr id="7" name="Google Shape;2255;p51">
            <a:extLst>
              <a:ext uri="{FF2B5EF4-FFF2-40B4-BE49-F238E27FC236}">
                <a16:creationId xmlns:a16="http://schemas.microsoft.com/office/drawing/2014/main" id="{7B168BCB-B15D-437F-8E59-437EB266A51C}"/>
              </a:ext>
            </a:extLst>
          </p:cNvPr>
          <p:cNvGrpSpPr/>
          <p:nvPr/>
        </p:nvGrpSpPr>
        <p:grpSpPr>
          <a:xfrm>
            <a:off x="1092768" y="1904181"/>
            <a:ext cx="739463" cy="781574"/>
            <a:chOff x="4869073" y="503252"/>
            <a:chExt cx="828055" cy="875211"/>
          </a:xfrm>
        </p:grpSpPr>
        <p:sp>
          <p:nvSpPr>
            <p:cNvPr id="8" name="Google Shape;2256;p51">
              <a:extLst>
                <a:ext uri="{FF2B5EF4-FFF2-40B4-BE49-F238E27FC236}">
                  <a16:creationId xmlns:a16="http://schemas.microsoft.com/office/drawing/2014/main" id="{9855C3C4-165B-453C-9F9F-97C75B69B691}"/>
                </a:ext>
              </a:extLst>
            </p:cNvPr>
            <p:cNvSpPr/>
            <p:nvPr/>
          </p:nvSpPr>
          <p:spPr>
            <a:xfrm flipH="1">
              <a:off x="4869073" y="503252"/>
              <a:ext cx="820400" cy="875211"/>
            </a:xfrm>
            <a:custGeom>
              <a:avLst/>
              <a:gdLst/>
              <a:ahLst/>
              <a:cxnLst/>
              <a:rect l="l" t="t" r="r" b="b"/>
              <a:pathLst>
                <a:path w="886919" h="946174" extrusionOk="0">
                  <a:moveTo>
                    <a:pt x="879086" y="208771"/>
                  </a:moveTo>
                  <a:lnTo>
                    <a:pt x="449486" y="1378"/>
                  </a:lnTo>
                  <a:cubicBezTo>
                    <a:pt x="445678" y="-459"/>
                    <a:pt x="441242" y="-459"/>
                    <a:pt x="437435" y="1378"/>
                  </a:cubicBezTo>
                  <a:lnTo>
                    <a:pt x="7834" y="208771"/>
                  </a:lnTo>
                  <a:cubicBezTo>
                    <a:pt x="3044" y="211083"/>
                    <a:pt x="0" y="215934"/>
                    <a:pt x="0" y="221252"/>
                  </a:cubicBezTo>
                  <a:lnTo>
                    <a:pt x="0" y="724922"/>
                  </a:lnTo>
                  <a:cubicBezTo>
                    <a:pt x="0" y="730240"/>
                    <a:pt x="3044" y="735091"/>
                    <a:pt x="7834" y="737403"/>
                  </a:cubicBezTo>
                  <a:lnTo>
                    <a:pt x="437434" y="944796"/>
                  </a:lnTo>
                  <a:cubicBezTo>
                    <a:pt x="439337" y="945715"/>
                    <a:pt x="441399" y="946175"/>
                    <a:pt x="443460" y="946175"/>
                  </a:cubicBezTo>
                  <a:cubicBezTo>
                    <a:pt x="445520" y="946175"/>
                    <a:pt x="447581" y="945715"/>
                    <a:pt x="449486" y="944796"/>
                  </a:cubicBezTo>
                  <a:lnTo>
                    <a:pt x="879086" y="737403"/>
                  </a:lnTo>
                  <a:cubicBezTo>
                    <a:pt x="883876" y="735091"/>
                    <a:pt x="886920" y="730240"/>
                    <a:pt x="886920" y="724922"/>
                  </a:cubicBezTo>
                  <a:lnTo>
                    <a:pt x="886920" y="221254"/>
                  </a:lnTo>
                  <a:cubicBezTo>
                    <a:pt x="886920" y="215932"/>
                    <a:pt x="883874" y="211085"/>
                    <a:pt x="879086" y="208771"/>
                  </a:cubicBezTo>
                  <a:close/>
                  <a:moveTo>
                    <a:pt x="443460" y="29251"/>
                  </a:moveTo>
                  <a:lnTo>
                    <a:pt x="841180" y="221252"/>
                  </a:lnTo>
                  <a:lnTo>
                    <a:pt x="725889" y="276910"/>
                  </a:lnTo>
                  <a:cubicBezTo>
                    <a:pt x="725159" y="276354"/>
                    <a:pt x="724389" y="275840"/>
                    <a:pt x="723542" y="275432"/>
                  </a:cubicBezTo>
                  <a:lnTo>
                    <a:pt x="328524" y="84737"/>
                  </a:lnTo>
                  <a:lnTo>
                    <a:pt x="443460" y="29251"/>
                  </a:lnTo>
                  <a:close/>
                  <a:moveTo>
                    <a:pt x="297222" y="100408"/>
                  </a:moveTo>
                  <a:lnTo>
                    <a:pt x="694364" y="292130"/>
                  </a:lnTo>
                  <a:lnTo>
                    <a:pt x="613025" y="331398"/>
                  </a:lnTo>
                  <a:lnTo>
                    <a:pt x="216047" y="139754"/>
                  </a:lnTo>
                  <a:lnTo>
                    <a:pt x="297222" y="100408"/>
                  </a:lnTo>
                  <a:close/>
                  <a:moveTo>
                    <a:pt x="703656" y="318424"/>
                  </a:moveTo>
                  <a:lnTo>
                    <a:pt x="703656" y="463576"/>
                  </a:lnTo>
                  <a:lnTo>
                    <a:pt x="627679" y="500255"/>
                  </a:lnTo>
                  <a:lnTo>
                    <a:pt x="627679" y="355103"/>
                  </a:lnTo>
                  <a:lnTo>
                    <a:pt x="703656" y="318424"/>
                  </a:lnTo>
                  <a:close/>
                  <a:moveTo>
                    <a:pt x="859200" y="716225"/>
                  </a:moveTo>
                  <a:lnTo>
                    <a:pt x="457320" y="910231"/>
                  </a:lnTo>
                  <a:lnTo>
                    <a:pt x="457320" y="437344"/>
                  </a:lnTo>
                  <a:lnTo>
                    <a:pt x="553181" y="391066"/>
                  </a:lnTo>
                  <a:cubicBezTo>
                    <a:pt x="560074" y="387738"/>
                    <a:pt x="562964" y="379454"/>
                    <a:pt x="559636" y="372559"/>
                  </a:cubicBezTo>
                  <a:cubicBezTo>
                    <a:pt x="556308" y="365668"/>
                    <a:pt x="548023" y="362774"/>
                    <a:pt x="541128" y="366104"/>
                  </a:cubicBezTo>
                  <a:lnTo>
                    <a:pt x="443460" y="413255"/>
                  </a:lnTo>
                  <a:lnTo>
                    <a:pt x="405029" y="394701"/>
                  </a:lnTo>
                  <a:cubicBezTo>
                    <a:pt x="398134" y="391370"/>
                    <a:pt x="389850" y="394264"/>
                    <a:pt x="386521" y="401157"/>
                  </a:cubicBezTo>
                  <a:cubicBezTo>
                    <a:pt x="383193" y="408050"/>
                    <a:pt x="386083" y="416336"/>
                    <a:pt x="392976" y="419664"/>
                  </a:cubicBezTo>
                  <a:lnTo>
                    <a:pt x="429600" y="437344"/>
                  </a:lnTo>
                  <a:lnTo>
                    <a:pt x="429600" y="910231"/>
                  </a:lnTo>
                  <a:lnTo>
                    <a:pt x="27720" y="716221"/>
                  </a:lnTo>
                  <a:lnTo>
                    <a:pt x="27720" y="243334"/>
                  </a:lnTo>
                  <a:lnTo>
                    <a:pt x="333748" y="391072"/>
                  </a:lnTo>
                  <a:cubicBezTo>
                    <a:pt x="335690" y="392011"/>
                    <a:pt x="337743" y="392454"/>
                    <a:pt x="339763" y="392454"/>
                  </a:cubicBezTo>
                  <a:cubicBezTo>
                    <a:pt x="344916" y="392454"/>
                    <a:pt x="349864" y="389568"/>
                    <a:pt x="352254" y="384617"/>
                  </a:cubicBezTo>
                  <a:cubicBezTo>
                    <a:pt x="355582" y="377724"/>
                    <a:pt x="352692" y="369438"/>
                    <a:pt x="345799" y="366109"/>
                  </a:cubicBezTo>
                  <a:lnTo>
                    <a:pt x="45740" y="221252"/>
                  </a:lnTo>
                  <a:lnTo>
                    <a:pt x="183425" y="154784"/>
                  </a:lnTo>
                  <a:lnTo>
                    <a:pt x="599767" y="355777"/>
                  </a:lnTo>
                  <a:cubicBezTo>
                    <a:pt x="599828" y="355862"/>
                    <a:pt x="599897" y="355938"/>
                    <a:pt x="599959" y="356021"/>
                  </a:cubicBezTo>
                  <a:lnTo>
                    <a:pt x="599959" y="522339"/>
                  </a:lnTo>
                  <a:cubicBezTo>
                    <a:pt x="599959" y="527109"/>
                    <a:pt x="602412" y="531542"/>
                    <a:pt x="606451" y="534079"/>
                  </a:cubicBezTo>
                  <a:cubicBezTo>
                    <a:pt x="608695" y="535487"/>
                    <a:pt x="611254" y="536199"/>
                    <a:pt x="613821" y="536199"/>
                  </a:cubicBezTo>
                  <a:cubicBezTo>
                    <a:pt x="615876" y="536199"/>
                    <a:pt x="617937" y="535742"/>
                    <a:pt x="619846" y="534820"/>
                  </a:cubicBezTo>
                  <a:lnTo>
                    <a:pt x="723542" y="484760"/>
                  </a:lnTo>
                  <a:cubicBezTo>
                    <a:pt x="728332" y="482448"/>
                    <a:pt x="731376" y="477599"/>
                    <a:pt x="731376" y="472279"/>
                  </a:cubicBezTo>
                  <a:lnTo>
                    <a:pt x="731376" y="305044"/>
                  </a:lnTo>
                  <a:lnTo>
                    <a:pt x="859200" y="243336"/>
                  </a:lnTo>
                  <a:lnTo>
                    <a:pt x="859200" y="716225"/>
                  </a:ln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257;p51">
              <a:extLst>
                <a:ext uri="{FF2B5EF4-FFF2-40B4-BE49-F238E27FC236}">
                  <a16:creationId xmlns:a16="http://schemas.microsoft.com/office/drawing/2014/main" id="{2966429C-CDAC-4F1D-80C3-CDD176E94B45}"/>
                </a:ext>
              </a:extLst>
            </p:cNvPr>
            <p:cNvSpPr/>
            <p:nvPr/>
          </p:nvSpPr>
          <p:spPr>
            <a:xfrm flipH="1">
              <a:off x="5606358" y="1062632"/>
              <a:ext cx="90770" cy="58163"/>
            </a:xfrm>
            <a:custGeom>
              <a:avLst/>
              <a:gdLst/>
              <a:ahLst/>
              <a:cxnLst/>
              <a:rect l="l" t="t" r="r" b="b"/>
              <a:pathLst>
                <a:path w="90770" h="58163" extrusionOk="0">
                  <a:moveTo>
                    <a:pt x="82934" y="31818"/>
                  </a:moveTo>
                  <a:lnTo>
                    <a:pt x="19890" y="1383"/>
                  </a:lnTo>
                  <a:cubicBezTo>
                    <a:pt x="12993" y="-1949"/>
                    <a:pt x="4710" y="945"/>
                    <a:pt x="1382" y="7838"/>
                  </a:cubicBezTo>
                  <a:cubicBezTo>
                    <a:pt x="-1946" y="14732"/>
                    <a:pt x="944" y="23018"/>
                    <a:pt x="7837" y="26346"/>
                  </a:cubicBezTo>
                  <a:lnTo>
                    <a:pt x="70881" y="56781"/>
                  </a:lnTo>
                  <a:cubicBezTo>
                    <a:pt x="72824" y="57720"/>
                    <a:pt x="74877" y="58163"/>
                    <a:pt x="76896" y="58163"/>
                  </a:cubicBezTo>
                  <a:cubicBezTo>
                    <a:pt x="82049" y="58163"/>
                    <a:pt x="86998" y="55277"/>
                    <a:pt x="89387" y="50326"/>
                  </a:cubicBezTo>
                  <a:cubicBezTo>
                    <a:pt x="92717" y="43431"/>
                    <a:pt x="89827" y="35148"/>
                    <a:pt x="82934" y="31818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58;p51">
              <a:extLst>
                <a:ext uri="{FF2B5EF4-FFF2-40B4-BE49-F238E27FC236}">
                  <a16:creationId xmlns:a16="http://schemas.microsoft.com/office/drawing/2014/main" id="{843CB0E3-6D29-4855-8BAD-068DA8723545}"/>
                </a:ext>
              </a:extLst>
            </p:cNvPr>
            <p:cNvSpPr/>
            <p:nvPr/>
          </p:nvSpPr>
          <p:spPr>
            <a:xfrm flipH="1">
              <a:off x="5548335" y="996897"/>
              <a:ext cx="148704" cy="86132"/>
            </a:xfrm>
            <a:custGeom>
              <a:avLst/>
              <a:gdLst/>
              <a:ahLst/>
              <a:cxnLst/>
              <a:rect l="l" t="t" r="r" b="b"/>
              <a:pathLst>
                <a:path w="148704" h="86132" extrusionOk="0">
                  <a:moveTo>
                    <a:pt x="140867" y="59786"/>
                  </a:moveTo>
                  <a:lnTo>
                    <a:pt x="19888" y="1382"/>
                  </a:lnTo>
                  <a:cubicBezTo>
                    <a:pt x="12993" y="-1946"/>
                    <a:pt x="4709" y="944"/>
                    <a:pt x="1381" y="7839"/>
                  </a:cubicBezTo>
                  <a:cubicBezTo>
                    <a:pt x="-1946" y="14732"/>
                    <a:pt x="945" y="23018"/>
                    <a:pt x="7838" y="26346"/>
                  </a:cubicBezTo>
                  <a:lnTo>
                    <a:pt x="128817" y="84750"/>
                  </a:lnTo>
                  <a:cubicBezTo>
                    <a:pt x="130759" y="85687"/>
                    <a:pt x="132812" y="86133"/>
                    <a:pt x="134832" y="86133"/>
                  </a:cubicBezTo>
                  <a:cubicBezTo>
                    <a:pt x="139984" y="86133"/>
                    <a:pt x="144933" y="83246"/>
                    <a:pt x="147322" y="78295"/>
                  </a:cubicBezTo>
                  <a:cubicBezTo>
                    <a:pt x="150651" y="71399"/>
                    <a:pt x="147760" y="63112"/>
                    <a:pt x="140867" y="59786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2255;p51">
            <a:extLst>
              <a:ext uri="{FF2B5EF4-FFF2-40B4-BE49-F238E27FC236}">
                <a16:creationId xmlns:a16="http://schemas.microsoft.com/office/drawing/2014/main" id="{E563C672-30F8-4D7F-9066-26009673D317}"/>
              </a:ext>
            </a:extLst>
          </p:cNvPr>
          <p:cNvGrpSpPr/>
          <p:nvPr/>
        </p:nvGrpSpPr>
        <p:grpSpPr>
          <a:xfrm>
            <a:off x="3482178" y="1991990"/>
            <a:ext cx="739463" cy="781574"/>
            <a:chOff x="4869073" y="503252"/>
            <a:chExt cx="828055" cy="875211"/>
          </a:xfrm>
        </p:grpSpPr>
        <p:sp>
          <p:nvSpPr>
            <p:cNvPr id="12" name="Google Shape;2256;p51">
              <a:extLst>
                <a:ext uri="{FF2B5EF4-FFF2-40B4-BE49-F238E27FC236}">
                  <a16:creationId xmlns:a16="http://schemas.microsoft.com/office/drawing/2014/main" id="{202DE644-16AE-4044-BAAC-63706888A8B0}"/>
                </a:ext>
              </a:extLst>
            </p:cNvPr>
            <p:cNvSpPr/>
            <p:nvPr/>
          </p:nvSpPr>
          <p:spPr>
            <a:xfrm flipH="1">
              <a:off x="4869073" y="503252"/>
              <a:ext cx="820400" cy="875211"/>
            </a:xfrm>
            <a:custGeom>
              <a:avLst/>
              <a:gdLst/>
              <a:ahLst/>
              <a:cxnLst/>
              <a:rect l="l" t="t" r="r" b="b"/>
              <a:pathLst>
                <a:path w="886919" h="946174" extrusionOk="0">
                  <a:moveTo>
                    <a:pt x="879086" y="208771"/>
                  </a:moveTo>
                  <a:lnTo>
                    <a:pt x="449486" y="1378"/>
                  </a:lnTo>
                  <a:cubicBezTo>
                    <a:pt x="445678" y="-459"/>
                    <a:pt x="441242" y="-459"/>
                    <a:pt x="437435" y="1378"/>
                  </a:cubicBezTo>
                  <a:lnTo>
                    <a:pt x="7834" y="208771"/>
                  </a:lnTo>
                  <a:cubicBezTo>
                    <a:pt x="3044" y="211083"/>
                    <a:pt x="0" y="215934"/>
                    <a:pt x="0" y="221252"/>
                  </a:cubicBezTo>
                  <a:lnTo>
                    <a:pt x="0" y="724922"/>
                  </a:lnTo>
                  <a:cubicBezTo>
                    <a:pt x="0" y="730240"/>
                    <a:pt x="3044" y="735091"/>
                    <a:pt x="7834" y="737403"/>
                  </a:cubicBezTo>
                  <a:lnTo>
                    <a:pt x="437434" y="944796"/>
                  </a:lnTo>
                  <a:cubicBezTo>
                    <a:pt x="439337" y="945715"/>
                    <a:pt x="441399" y="946175"/>
                    <a:pt x="443460" y="946175"/>
                  </a:cubicBezTo>
                  <a:cubicBezTo>
                    <a:pt x="445520" y="946175"/>
                    <a:pt x="447581" y="945715"/>
                    <a:pt x="449486" y="944796"/>
                  </a:cubicBezTo>
                  <a:lnTo>
                    <a:pt x="879086" y="737403"/>
                  </a:lnTo>
                  <a:cubicBezTo>
                    <a:pt x="883876" y="735091"/>
                    <a:pt x="886920" y="730240"/>
                    <a:pt x="886920" y="724922"/>
                  </a:cubicBezTo>
                  <a:lnTo>
                    <a:pt x="886920" y="221254"/>
                  </a:lnTo>
                  <a:cubicBezTo>
                    <a:pt x="886920" y="215932"/>
                    <a:pt x="883874" y="211085"/>
                    <a:pt x="879086" y="208771"/>
                  </a:cubicBezTo>
                  <a:close/>
                  <a:moveTo>
                    <a:pt x="443460" y="29251"/>
                  </a:moveTo>
                  <a:lnTo>
                    <a:pt x="841180" y="221252"/>
                  </a:lnTo>
                  <a:lnTo>
                    <a:pt x="725889" y="276910"/>
                  </a:lnTo>
                  <a:cubicBezTo>
                    <a:pt x="725159" y="276354"/>
                    <a:pt x="724389" y="275840"/>
                    <a:pt x="723542" y="275432"/>
                  </a:cubicBezTo>
                  <a:lnTo>
                    <a:pt x="328524" y="84737"/>
                  </a:lnTo>
                  <a:lnTo>
                    <a:pt x="443460" y="29251"/>
                  </a:lnTo>
                  <a:close/>
                  <a:moveTo>
                    <a:pt x="297222" y="100408"/>
                  </a:moveTo>
                  <a:lnTo>
                    <a:pt x="694364" y="292130"/>
                  </a:lnTo>
                  <a:lnTo>
                    <a:pt x="613025" y="331398"/>
                  </a:lnTo>
                  <a:lnTo>
                    <a:pt x="216047" y="139754"/>
                  </a:lnTo>
                  <a:lnTo>
                    <a:pt x="297222" y="100408"/>
                  </a:lnTo>
                  <a:close/>
                  <a:moveTo>
                    <a:pt x="703656" y="318424"/>
                  </a:moveTo>
                  <a:lnTo>
                    <a:pt x="703656" y="463576"/>
                  </a:lnTo>
                  <a:lnTo>
                    <a:pt x="627679" y="500255"/>
                  </a:lnTo>
                  <a:lnTo>
                    <a:pt x="627679" y="355103"/>
                  </a:lnTo>
                  <a:lnTo>
                    <a:pt x="703656" y="318424"/>
                  </a:lnTo>
                  <a:close/>
                  <a:moveTo>
                    <a:pt x="859200" y="716225"/>
                  </a:moveTo>
                  <a:lnTo>
                    <a:pt x="457320" y="910231"/>
                  </a:lnTo>
                  <a:lnTo>
                    <a:pt x="457320" y="437344"/>
                  </a:lnTo>
                  <a:lnTo>
                    <a:pt x="553181" y="391066"/>
                  </a:lnTo>
                  <a:cubicBezTo>
                    <a:pt x="560074" y="387738"/>
                    <a:pt x="562964" y="379454"/>
                    <a:pt x="559636" y="372559"/>
                  </a:cubicBezTo>
                  <a:cubicBezTo>
                    <a:pt x="556308" y="365668"/>
                    <a:pt x="548023" y="362774"/>
                    <a:pt x="541128" y="366104"/>
                  </a:cubicBezTo>
                  <a:lnTo>
                    <a:pt x="443460" y="413255"/>
                  </a:lnTo>
                  <a:lnTo>
                    <a:pt x="405029" y="394701"/>
                  </a:lnTo>
                  <a:cubicBezTo>
                    <a:pt x="398134" y="391370"/>
                    <a:pt x="389850" y="394264"/>
                    <a:pt x="386521" y="401157"/>
                  </a:cubicBezTo>
                  <a:cubicBezTo>
                    <a:pt x="383193" y="408050"/>
                    <a:pt x="386083" y="416336"/>
                    <a:pt x="392976" y="419664"/>
                  </a:cubicBezTo>
                  <a:lnTo>
                    <a:pt x="429600" y="437344"/>
                  </a:lnTo>
                  <a:lnTo>
                    <a:pt x="429600" y="910231"/>
                  </a:lnTo>
                  <a:lnTo>
                    <a:pt x="27720" y="716221"/>
                  </a:lnTo>
                  <a:lnTo>
                    <a:pt x="27720" y="243334"/>
                  </a:lnTo>
                  <a:lnTo>
                    <a:pt x="333748" y="391072"/>
                  </a:lnTo>
                  <a:cubicBezTo>
                    <a:pt x="335690" y="392011"/>
                    <a:pt x="337743" y="392454"/>
                    <a:pt x="339763" y="392454"/>
                  </a:cubicBezTo>
                  <a:cubicBezTo>
                    <a:pt x="344916" y="392454"/>
                    <a:pt x="349864" y="389568"/>
                    <a:pt x="352254" y="384617"/>
                  </a:cubicBezTo>
                  <a:cubicBezTo>
                    <a:pt x="355582" y="377724"/>
                    <a:pt x="352692" y="369438"/>
                    <a:pt x="345799" y="366109"/>
                  </a:cubicBezTo>
                  <a:lnTo>
                    <a:pt x="45740" y="221252"/>
                  </a:lnTo>
                  <a:lnTo>
                    <a:pt x="183425" y="154784"/>
                  </a:lnTo>
                  <a:lnTo>
                    <a:pt x="599767" y="355777"/>
                  </a:lnTo>
                  <a:cubicBezTo>
                    <a:pt x="599828" y="355862"/>
                    <a:pt x="599897" y="355938"/>
                    <a:pt x="599959" y="356021"/>
                  </a:cubicBezTo>
                  <a:lnTo>
                    <a:pt x="599959" y="522339"/>
                  </a:lnTo>
                  <a:cubicBezTo>
                    <a:pt x="599959" y="527109"/>
                    <a:pt x="602412" y="531542"/>
                    <a:pt x="606451" y="534079"/>
                  </a:cubicBezTo>
                  <a:cubicBezTo>
                    <a:pt x="608695" y="535487"/>
                    <a:pt x="611254" y="536199"/>
                    <a:pt x="613821" y="536199"/>
                  </a:cubicBezTo>
                  <a:cubicBezTo>
                    <a:pt x="615876" y="536199"/>
                    <a:pt x="617937" y="535742"/>
                    <a:pt x="619846" y="534820"/>
                  </a:cubicBezTo>
                  <a:lnTo>
                    <a:pt x="723542" y="484760"/>
                  </a:lnTo>
                  <a:cubicBezTo>
                    <a:pt x="728332" y="482448"/>
                    <a:pt x="731376" y="477599"/>
                    <a:pt x="731376" y="472279"/>
                  </a:cubicBezTo>
                  <a:lnTo>
                    <a:pt x="731376" y="305044"/>
                  </a:lnTo>
                  <a:lnTo>
                    <a:pt x="859200" y="243336"/>
                  </a:lnTo>
                  <a:lnTo>
                    <a:pt x="859200" y="716225"/>
                  </a:ln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57;p51">
              <a:extLst>
                <a:ext uri="{FF2B5EF4-FFF2-40B4-BE49-F238E27FC236}">
                  <a16:creationId xmlns:a16="http://schemas.microsoft.com/office/drawing/2014/main" id="{999769BF-D33B-496F-80D7-05D6E357F3CD}"/>
                </a:ext>
              </a:extLst>
            </p:cNvPr>
            <p:cNvSpPr/>
            <p:nvPr/>
          </p:nvSpPr>
          <p:spPr>
            <a:xfrm flipH="1">
              <a:off x="5606358" y="1062632"/>
              <a:ext cx="90770" cy="58163"/>
            </a:xfrm>
            <a:custGeom>
              <a:avLst/>
              <a:gdLst/>
              <a:ahLst/>
              <a:cxnLst/>
              <a:rect l="l" t="t" r="r" b="b"/>
              <a:pathLst>
                <a:path w="90770" h="58163" extrusionOk="0">
                  <a:moveTo>
                    <a:pt x="82934" y="31818"/>
                  </a:moveTo>
                  <a:lnTo>
                    <a:pt x="19890" y="1383"/>
                  </a:lnTo>
                  <a:cubicBezTo>
                    <a:pt x="12993" y="-1949"/>
                    <a:pt x="4710" y="945"/>
                    <a:pt x="1382" y="7838"/>
                  </a:cubicBezTo>
                  <a:cubicBezTo>
                    <a:pt x="-1946" y="14732"/>
                    <a:pt x="944" y="23018"/>
                    <a:pt x="7837" y="26346"/>
                  </a:cubicBezTo>
                  <a:lnTo>
                    <a:pt x="70881" y="56781"/>
                  </a:lnTo>
                  <a:cubicBezTo>
                    <a:pt x="72824" y="57720"/>
                    <a:pt x="74877" y="58163"/>
                    <a:pt x="76896" y="58163"/>
                  </a:cubicBezTo>
                  <a:cubicBezTo>
                    <a:pt x="82049" y="58163"/>
                    <a:pt x="86998" y="55277"/>
                    <a:pt x="89387" y="50326"/>
                  </a:cubicBezTo>
                  <a:cubicBezTo>
                    <a:pt x="92717" y="43431"/>
                    <a:pt x="89827" y="35148"/>
                    <a:pt x="82934" y="31818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58;p51">
              <a:extLst>
                <a:ext uri="{FF2B5EF4-FFF2-40B4-BE49-F238E27FC236}">
                  <a16:creationId xmlns:a16="http://schemas.microsoft.com/office/drawing/2014/main" id="{ACBDBF46-5684-4F10-BBFA-3A04AD315CC1}"/>
                </a:ext>
              </a:extLst>
            </p:cNvPr>
            <p:cNvSpPr/>
            <p:nvPr/>
          </p:nvSpPr>
          <p:spPr>
            <a:xfrm flipH="1">
              <a:off x="5548335" y="996897"/>
              <a:ext cx="148704" cy="86132"/>
            </a:xfrm>
            <a:custGeom>
              <a:avLst/>
              <a:gdLst/>
              <a:ahLst/>
              <a:cxnLst/>
              <a:rect l="l" t="t" r="r" b="b"/>
              <a:pathLst>
                <a:path w="148704" h="86132" extrusionOk="0">
                  <a:moveTo>
                    <a:pt x="140867" y="59786"/>
                  </a:moveTo>
                  <a:lnTo>
                    <a:pt x="19888" y="1382"/>
                  </a:lnTo>
                  <a:cubicBezTo>
                    <a:pt x="12993" y="-1946"/>
                    <a:pt x="4709" y="944"/>
                    <a:pt x="1381" y="7839"/>
                  </a:cubicBezTo>
                  <a:cubicBezTo>
                    <a:pt x="-1946" y="14732"/>
                    <a:pt x="945" y="23018"/>
                    <a:pt x="7838" y="26346"/>
                  </a:cubicBezTo>
                  <a:lnTo>
                    <a:pt x="128817" y="84750"/>
                  </a:lnTo>
                  <a:cubicBezTo>
                    <a:pt x="130759" y="85687"/>
                    <a:pt x="132812" y="86133"/>
                    <a:pt x="134832" y="86133"/>
                  </a:cubicBezTo>
                  <a:cubicBezTo>
                    <a:pt x="139984" y="86133"/>
                    <a:pt x="144933" y="83246"/>
                    <a:pt x="147322" y="78295"/>
                  </a:cubicBezTo>
                  <a:cubicBezTo>
                    <a:pt x="150651" y="71399"/>
                    <a:pt x="147760" y="63112"/>
                    <a:pt x="140867" y="59786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2255;p51">
            <a:extLst>
              <a:ext uri="{FF2B5EF4-FFF2-40B4-BE49-F238E27FC236}">
                <a16:creationId xmlns:a16="http://schemas.microsoft.com/office/drawing/2014/main" id="{75419C8E-8E22-4AB2-86C1-25F234613618}"/>
              </a:ext>
            </a:extLst>
          </p:cNvPr>
          <p:cNvGrpSpPr/>
          <p:nvPr/>
        </p:nvGrpSpPr>
        <p:grpSpPr>
          <a:xfrm>
            <a:off x="7879800" y="1972747"/>
            <a:ext cx="739463" cy="781574"/>
            <a:chOff x="4869073" y="503252"/>
            <a:chExt cx="828055" cy="875211"/>
          </a:xfrm>
        </p:grpSpPr>
        <p:sp>
          <p:nvSpPr>
            <p:cNvPr id="16" name="Google Shape;2256;p51">
              <a:extLst>
                <a:ext uri="{FF2B5EF4-FFF2-40B4-BE49-F238E27FC236}">
                  <a16:creationId xmlns:a16="http://schemas.microsoft.com/office/drawing/2014/main" id="{9FF32A1E-5A34-4B4A-ADD3-63BE0971C3BE}"/>
                </a:ext>
              </a:extLst>
            </p:cNvPr>
            <p:cNvSpPr/>
            <p:nvPr/>
          </p:nvSpPr>
          <p:spPr>
            <a:xfrm flipH="1">
              <a:off x="4869073" y="503252"/>
              <a:ext cx="820400" cy="875211"/>
            </a:xfrm>
            <a:custGeom>
              <a:avLst/>
              <a:gdLst/>
              <a:ahLst/>
              <a:cxnLst/>
              <a:rect l="l" t="t" r="r" b="b"/>
              <a:pathLst>
                <a:path w="886919" h="946174" extrusionOk="0">
                  <a:moveTo>
                    <a:pt x="879086" y="208771"/>
                  </a:moveTo>
                  <a:lnTo>
                    <a:pt x="449486" y="1378"/>
                  </a:lnTo>
                  <a:cubicBezTo>
                    <a:pt x="445678" y="-459"/>
                    <a:pt x="441242" y="-459"/>
                    <a:pt x="437435" y="1378"/>
                  </a:cubicBezTo>
                  <a:lnTo>
                    <a:pt x="7834" y="208771"/>
                  </a:lnTo>
                  <a:cubicBezTo>
                    <a:pt x="3044" y="211083"/>
                    <a:pt x="0" y="215934"/>
                    <a:pt x="0" y="221252"/>
                  </a:cubicBezTo>
                  <a:lnTo>
                    <a:pt x="0" y="724922"/>
                  </a:lnTo>
                  <a:cubicBezTo>
                    <a:pt x="0" y="730240"/>
                    <a:pt x="3044" y="735091"/>
                    <a:pt x="7834" y="737403"/>
                  </a:cubicBezTo>
                  <a:lnTo>
                    <a:pt x="437434" y="944796"/>
                  </a:lnTo>
                  <a:cubicBezTo>
                    <a:pt x="439337" y="945715"/>
                    <a:pt x="441399" y="946175"/>
                    <a:pt x="443460" y="946175"/>
                  </a:cubicBezTo>
                  <a:cubicBezTo>
                    <a:pt x="445520" y="946175"/>
                    <a:pt x="447581" y="945715"/>
                    <a:pt x="449486" y="944796"/>
                  </a:cubicBezTo>
                  <a:lnTo>
                    <a:pt x="879086" y="737403"/>
                  </a:lnTo>
                  <a:cubicBezTo>
                    <a:pt x="883876" y="735091"/>
                    <a:pt x="886920" y="730240"/>
                    <a:pt x="886920" y="724922"/>
                  </a:cubicBezTo>
                  <a:lnTo>
                    <a:pt x="886920" y="221254"/>
                  </a:lnTo>
                  <a:cubicBezTo>
                    <a:pt x="886920" y="215932"/>
                    <a:pt x="883874" y="211085"/>
                    <a:pt x="879086" y="208771"/>
                  </a:cubicBezTo>
                  <a:close/>
                  <a:moveTo>
                    <a:pt x="443460" y="29251"/>
                  </a:moveTo>
                  <a:lnTo>
                    <a:pt x="841180" y="221252"/>
                  </a:lnTo>
                  <a:lnTo>
                    <a:pt x="725889" y="276910"/>
                  </a:lnTo>
                  <a:cubicBezTo>
                    <a:pt x="725159" y="276354"/>
                    <a:pt x="724389" y="275840"/>
                    <a:pt x="723542" y="275432"/>
                  </a:cubicBezTo>
                  <a:lnTo>
                    <a:pt x="328524" y="84737"/>
                  </a:lnTo>
                  <a:lnTo>
                    <a:pt x="443460" y="29251"/>
                  </a:lnTo>
                  <a:close/>
                  <a:moveTo>
                    <a:pt x="297222" y="100408"/>
                  </a:moveTo>
                  <a:lnTo>
                    <a:pt x="694364" y="292130"/>
                  </a:lnTo>
                  <a:lnTo>
                    <a:pt x="613025" y="331398"/>
                  </a:lnTo>
                  <a:lnTo>
                    <a:pt x="216047" y="139754"/>
                  </a:lnTo>
                  <a:lnTo>
                    <a:pt x="297222" y="100408"/>
                  </a:lnTo>
                  <a:close/>
                  <a:moveTo>
                    <a:pt x="703656" y="318424"/>
                  </a:moveTo>
                  <a:lnTo>
                    <a:pt x="703656" y="463576"/>
                  </a:lnTo>
                  <a:lnTo>
                    <a:pt x="627679" y="500255"/>
                  </a:lnTo>
                  <a:lnTo>
                    <a:pt x="627679" y="355103"/>
                  </a:lnTo>
                  <a:lnTo>
                    <a:pt x="703656" y="318424"/>
                  </a:lnTo>
                  <a:close/>
                  <a:moveTo>
                    <a:pt x="859200" y="716225"/>
                  </a:moveTo>
                  <a:lnTo>
                    <a:pt x="457320" y="910231"/>
                  </a:lnTo>
                  <a:lnTo>
                    <a:pt x="457320" y="437344"/>
                  </a:lnTo>
                  <a:lnTo>
                    <a:pt x="553181" y="391066"/>
                  </a:lnTo>
                  <a:cubicBezTo>
                    <a:pt x="560074" y="387738"/>
                    <a:pt x="562964" y="379454"/>
                    <a:pt x="559636" y="372559"/>
                  </a:cubicBezTo>
                  <a:cubicBezTo>
                    <a:pt x="556308" y="365668"/>
                    <a:pt x="548023" y="362774"/>
                    <a:pt x="541128" y="366104"/>
                  </a:cubicBezTo>
                  <a:lnTo>
                    <a:pt x="443460" y="413255"/>
                  </a:lnTo>
                  <a:lnTo>
                    <a:pt x="405029" y="394701"/>
                  </a:lnTo>
                  <a:cubicBezTo>
                    <a:pt x="398134" y="391370"/>
                    <a:pt x="389850" y="394264"/>
                    <a:pt x="386521" y="401157"/>
                  </a:cubicBezTo>
                  <a:cubicBezTo>
                    <a:pt x="383193" y="408050"/>
                    <a:pt x="386083" y="416336"/>
                    <a:pt x="392976" y="419664"/>
                  </a:cubicBezTo>
                  <a:lnTo>
                    <a:pt x="429600" y="437344"/>
                  </a:lnTo>
                  <a:lnTo>
                    <a:pt x="429600" y="910231"/>
                  </a:lnTo>
                  <a:lnTo>
                    <a:pt x="27720" y="716221"/>
                  </a:lnTo>
                  <a:lnTo>
                    <a:pt x="27720" y="243334"/>
                  </a:lnTo>
                  <a:lnTo>
                    <a:pt x="333748" y="391072"/>
                  </a:lnTo>
                  <a:cubicBezTo>
                    <a:pt x="335690" y="392011"/>
                    <a:pt x="337743" y="392454"/>
                    <a:pt x="339763" y="392454"/>
                  </a:cubicBezTo>
                  <a:cubicBezTo>
                    <a:pt x="344916" y="392454"/>
                    <a:pt x="349864" y="389568"/>
                    <a:pt x="352254" y="384617"/>
                  </a:cubicBezTo>
                  <a:cubicBezTo>
                    <a:pt x="355582" y="377724"/>
                    <a:pt x="352692" y="369438"/>
                    <a:pt x="345799" y="366109"/>
                  </a:cubicBezTo>
                  <a:lnTo>
                    <a:pt x="45740" y="221252"/>
                  </a:lnTo>
                  <a:lnTo>
                    <a:pt x="183425" y="154784"/>
                  </a:lnTo>
                  <a:lnTo>
                    <a:pt x="599767" y="355777"/>
                  </a:lnTo>
                  <a:cubicBezTo>
                    <a:pt x="599828" y="355862"/>
                    <a:pt x="599897" y="355938"/>
                    <a:pt x="599959" y="356021"/>
                  </a:cubicBezTo>
                  <a:lnTo>
                    <a:pt x="599959" y="522339"/>
                  </a:lnTo>
                  <a:cubicBezTo>
                    <a:pt x="599959" y="527109"/>
                    <a:pt x="602412" y="531542"/>
                    <a:pt x="606451" y="534079"/>
                  </a:cubicBezTo>
                  <a:cubicBezTo>
                    <a:pt x="608695" y="535487"/>
                    <a:pt x="611254" y="536199"/>
                    <a:pt x="613821" y="536199"/>
                  </a:cubicBezTo>
                  <a:cubicBezTo>
                    <a:pt x="615876" y="536199"/>
                    <a:pt x="617937" y="535742"/>
                    <a:pt x="619846" y="534820"/>
                  </a:cubicBezTo>
                  <a:lnTo>
                    <a:pt x="723542" y="484760"/>
                  </a:lnTo>
                  <a:cubicBezTo>
                    <a:pt x="728332" y="482448"/>
                    <a:pt x="731376" y="477599"/>
                    <a:pt x="731376" y="472279"/>
                  </a:cubicBezTo>
                  <a:lnTo>
                    <a:pt x="731376" y="305044"/>
                  </a:lnTo>
                  <a:lnTo>
                    <a:pt x="859200" y="243336"/>
                  </a:lnTo>
                  <a:lnTo>
                    <a:pt x="859200" y="716225"/>
                  </a:ln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57;p51">
              <a:extLst>
                <a:ext uri="{FF2B5EF4-FFF2-40B4-BE49-F238E27FC236}">
                  <a16:creationId xmlns:a16="http://schemas.microsoft.com/office/drawing/2014/main" id="{D709D438-FD5B-4CBB-92D2-411B1CAB331D}"/>
                </a:ext>
              </a:extLst>
            </p:cNvPr>
            <p:cNvSpPr/>
            <p:nvPr/>
          </p:nvSpPr>
          <p:spPr>
            <a:xfrm flipH="1">
              <a:off x="5606358" y="1062632"/>
              <a:ext cx="90770" cy="58163"/>
            </a:xfrm>
            <a:custGeom>
              <a:avLst/>
              <a:gdLst/>
              <a:ahLst/>
              <a:cxnLst/>
              <a:rect l="l" t="t" r="r" b="b"/>
              <a:pathLst>
                <a:path w="90770" h="58163" extrusionOk="0">
                  <a:moveTo>
                    <a:pt x="82934" y="31818"/>
                  </a:moveTo>
                  <a:lnTo>
                    <a:pt x="19890" y="1383"/>
                  </a:lnTo>
                  <a:cubicBezTo>
                    <a:pt x="12993" y="-1949"/>
                    <a:pt x="4710" y="945"/>
                    <a:pt x="1382" y="7838"/>
                  </a:cubicBezTo>
                  <a:cubicBezTo>
                    <a:pt x="-1946" y="14732"/>
                    <a:pt x="944" y="23018"/>
                    <a:pt x="7837" y="26346"/>
                  </a:cubicBezTo>
                  <a:lnTo>
                    <a:pt x="70881" y="56781"/>
                  </a:lnTo>
                  <a:cubicBezTo>
                    <a:pt x="72824" y="57720"/>
                    <a:pt x="74877" y="58163"/>
                    <a:pt x="76896" y="58163"/>
                  </a:cubicBezTo>
                  <a:cubicBezTo>
                    <a:pt x="82049" y="58163"/>
                    <a:pt x="86998" y="55277"/>
                    <a:pt x="89387" y="50326"/>
                  </a:cubicBezTo>
                  <a:cubicBezTo>
                    <a:pt x="92717" y="43431"/>
                    <a:pt x="89827" y="35148"/>
                    <a:pt x="82934" y="31818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58;p51">
              <a:extLst>
                <a:ext uri="{FF2B5EF4-FFF2-40B4-BE49-F238E27FC236}">
                  <a16:creationId xmlns:a16="http://schemas.microsoft.com/office/drawing/2014/main" id="{6AFFD997-36BC-4AEF-AB08-0AFCD526949F}"/>
                </a:ext>
              </a:extLst>
            </p:cNvPr>
            <p:cNvSpPr/>
            <p:nvPr/>
          </p:nvSpPr>
          <p:spPr>
            <a:xfrm flipH="1">
              <a:off x="5548335" y="996897"/>
              <a:ext cx="148704" cy="86132"/>
            </a:xfrm>
            <a:custGeom>
              <a:avLst/>
              <a:gdLst/>
              <a:ahLst/>
              <a:cxnLst/>
              <a:rect l="l" t="t" r="r" b="b"/>
              <a:pathLst>
                <a:path w="148704" h="86132" extrusionOk="0">
                  <a:moveTo>
                    <a:pt x="140867" y="59786"/>
                  </a:moveTo>
                  <a:lnTo>
                    <a:pt x="19888" y="1382"/>
                  </a:lnTo>
                  <a:cubicBezTo>
                    <a:pt x="12993" y="-1946"/>
                    <a:pt x="4709" y="944"/>
                    <a:pt x="1381" y="7839"/>
                  </a:cubicBezTo>
                  <a:cubicBezTo>
                    <a:pt x="-1946" y="14732"/>
                    <a:pt x="945" y="23018"/>
                    <a:pt x="7838" y="26346"/>
                  </a:cubicBezTo>
                  <a:lnTo>
                    <a:pt x="128817" y="84750"/>
                  </a:lnTo>
                  <a:cubicBezTo>
                    <a:pt x="130759" y="85687"/>
                    <a:pt x="132812" y="86133"/>
                    <a:pt x="134832" y="86133"/>
                  </a:cubicBezTo>
                  <a:cubicBezTo>
                    <a:pt x="139984" y="86133"/>
                    <a:pt x="144933" y="83246"/>
                    <a:pt x="147322" y="78295"/>
                  </a:cubicBezTo>
                  <a:cubicBezTo>
                    <a:pt x="150651" y="71399"/>
                    <a:pt x="147760" y="63112"/>
                    <a:pt x="140867" y="59786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Título 1">
            <a:extLst>
              <a:ext uri="{FF2B5EF4-FFF2-40B4-BE49-F238E27FC236}">
                <a16:creationId xmlns:a16="http://schemas.microsoft.com/office/drawing/2014/main" id="{62CD744A-C737-4929-8565-C8700A60A60E}"/>
              </a:ext>
            </a:extLst>
          </p:cNvPr>
          <p:cNvSpPr txBox="1">
            <a:spLocks/>
          </p:cNvSpPr>
          <p:nvPr/>
        </p:nvSpPr>
        <p:spPr>
          <a:xfrm>
            <a:off x="3131468" y="2897894"/>
            <a:ext cx="1744444" cy="43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nybody"/>
              <a:buNone/>
              <a:defRPr sz="26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sz="1800" b="0" dirty="0">
                <a:solidFill>
                  <a:srgbClr val="FF79C6"/>
                </a:solidFill>
                <a:effectLst/>
                <a:latin typeface="Fira Code" pitchFamily="1" charset="0"/>
              </a:rPr>
              <a:t>class</a:t>
            </a:r>
            <a:r>
              <a:rPr lang="en-US" sz="1800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sz="1800" b="0" dirty="0">
                <a:solidFill>
                  <a:srgbClr val="8BE9FD"/>
                </a:solidFill>
                <a:effectLst/>
                <a:latin typeface="Fira Code" pitchFamily="1" charset="0"/>
              </a:rPr>
              <a:t>Chair</a:t>
            </a:r>
            <a:endParaRPr lang="en-US" sz="1800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F191037-D523-4FB5-8AC2-25F3916BE6F6}"/>
              </a:ext>
            </a:extLst>
          </p:cNvPr>
          <p:cNvCxnSpPr>
            <a:cxnSpLocks/>
          </p:cNvCxnSpPr>
          <p:nvPr/>
        </p:nvCxnSpPr>
        <p:spPr>
          <a:xfrm flipV="1">
            <a:off x="1699357" y="1543344"/>
            <a:ext cx="1285229" cy="2822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D726234-AB09-4D17-B975-95D3673E883C}"/>
              </a:ext>
            </a:extLst>
          </p:cNvPr>
          <p:cNvCxnSpPr>
            <a:cxnSpLocks/>
          </p:cNvCxnSpPr>
          <p:nvPr/>
        </p:nvCxnSpPr>
        <p:spPr>
          <a:xfrm flipV="1">
            <a:off x="3918613" y="1402775"/>
            <a:ext cx="170154" cy="4228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0DDFC88-B47E-4157-93B7-C080280D08DD}"/>
              </a:ext>
            </a:extLst>
          </p:cNvPr>
          <p:cNvCxnSpPr>
            <a:cxnSpLocks/>
          </p:cNvCxnSpPr>
          <p:nvPr/>
        </p:nvCxnSpPr>
        <p:spPr>
          <a:xfrm flipH="1" flipV="1">
            <a:off x="6169167" y="1445908"/>
            <a:ext cx="1488933" cy="59153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5228FB6-A452-408C-964E-3FD16AD78771}"/>
              </a:ext>
            </a:extLst>
          </p:cNvPr>
          <p:cNvSpPr/>
          <p:nvPr/>
        </p:nvSpPr>
        <p:spPr>
          <a:xfrm>
            <a:off x="2634826" y="638750"/>
            <a:ext cx="3982603" cy="721800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D4D3EAF-F0DB-496B-83D6-723C143D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330" y="724107"/>
            <a:ext cx="3555597" cy="573088"/>
          </a:xfrm>
        </p:spPr>
        <p:txBody>
          <a:bodyPr/>
          <a:lstStyle/>
          <a:p>
            <a:r>
              <a:rPr lang="en-US" b="0" dirty="0" err="1">
                <a:solidFill>
                  <a:srgbClr val="8BE9FD"/>
                </a:solidFill>
                <a:effectLst/>
                <a:latin typeface="Fira Code" pitchFamily="1" charset="0"/>
              </a:rPr>
              <a:t>CustomGameObject</a:t>
            </a:r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22C3050F-51B3-4F47-B98F-742953A8060D}"/>
              </a:ext>
            </a:extLst>
          </p:cNvPr>
          <p:cNvSpPr/>
          <p:nvPr/>
        </p:nvSpPr>
        <p:spPr>
          <a:xfrm>
            <a:off x="531573" y="2822558"/>
            <a:ext cx="1830994" cy="498038"/>
          </a:xfrm>
          <a:prstGeom prst="round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859957EB-237E-433A-9D26-C6C1CE657B18}"/>
              </a:ext>
            </a:extLst>
          </p:cNvPr>
          <p:cNvSpPr txBox="1">
            <a:spLocks/>
          </p:cNvSpPr>
          <p:nvPr/>
        </p:nvSpPr>
        <p:spPr>
          <a:xfrm>
            <a:off x="618123" y="2859592"/>
            <a:ext cx="1744444" cy="43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nybody"/>
              <a:buNone/>
              <a:defRPr sz="26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sz="1800" b="0" dirty="0">
                <a:solidFill>
                  <a:srgbClr val="FF79C6"/>
                </a:solidFill>
                <a:effectLst/>
                <a:latin typeface="Fira Code" pitchFamily="1" charset="0"/>
              </a:rPr>
              <a:t>class</a:t>
            </a:r>
            <a:r>
              <a:rPr lang="en-US" sz="1800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sz="1800" b="0" dirty="0">
                <a:solidFill>
                  <a:srgbClr val="8BE9FD"/>
                </a:solidFill>
                <a:effectLst/>
                <a:latin typeface="Fira Code" pitchFamily="1" charset="0"/>
              </a:rPr>
              <a:t>Wall</a:t>
            </a:r>
            <a:endParaRPr lang="en-US" sz="1800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BCEBD82-310E-4FF0-9612-59062C41AEF3}"/>
              </a:ext>
            </a:extLst>
          </p:cNvPr>
          <p:cNvSpPr txBox="1"/>
          <p:nvPr/>
        </p:nvSpPr>
        <p:spPr>
          <a:xfrm>
            <a:off x="3282754" y="3134146"/>
            <a:ext cx="5329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protected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override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i="1" dirty="0" err="1">
                <a:solidFill>
                  <a:srgbClr val="8BE9FD"/>
                </a:solidFill>
                <a:effectLst/>
                <a:latin typeface="Fira Code" pitchFamily="1" charset="0"/>
              </a:rPr>
              <a:t>MeshData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50FA7B"/>
                </a:solidFill>
                <a:effectLst/>
                <a:latin typeface="Fira Code" pitchFamily="1" charset="0"/>
              </a:rPr>
              <a:t>CreateMeshData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(){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   (</a:t>
            </a:r>
            <a:r>
              <a:rPr lang="en-US" b="0" dirty="0" err="1">
                <a:solidFill>
                  <a:srgbClr val="F8F8F2"/>
                </a:solidFill>
                <a:effectLst/>
                <a:latin typeface="Fira Code" pitchFamily="1" charset="0"/>
              </a:rPr>
              <a:t>Crear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F8F8F2"/>
                </a:solidFill>
                <a:effectLst/>
                <a:latin typeface="Fira Code" pitchFamily="1" charset="0"/>
              </a:rPr>
              <a:t>modelo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o </a:t>
            </a:r>
            <a:r>
              <a:rPr lang="en-US" b="0" dirty="0" err="1">
                <a:solidFill>
                  <a:srgbClr val="F8F8F2"/>
                </a:solidFill>
                <a:effectLst/>
                <a:latin typeface="Fira Code" pitchFamily="1" charset="0"/>
              </a:rPr>
              <a:t>cargar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 err="1">
                <a:solidFill>
                  <a:srgbClr val="F8F8F2"/>
                </a:solidFill>
                <a:effectLst/>
                <a:latin typeface="Fira Code" pitchFamily="1" charset="0"/>
              </a:rPr>
              <a:t>modelo</a:t>
            </a:r>
            <a:r>
              <a:rPr lang="en-US" dirty="0">
                <a:solidFill>
                  <a:srgbClr val="F8F8F2"/>
                </a:solidFill>
                <a:latin typeface="Fira Code" pitchFamily="1" charset="0"/>
              </a:rPr>
              <a:t> .obj)</a:t>
            </a:r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}</a:t>
            </a:r>
          </a:p>
          <a:p>
            <a:b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</a:b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 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public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override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F79C6"/>
                </a:solidFill>
                <a:effectLst/>
                <a:latin typeface="Fira Code" pitchFamily="1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50FA7B"/>
                </a:solidFill>
                <a:effectLst/>
                <a:latin typeface="Fira Code" pitchFamily="1" charset="0"/>
              </a:rPr>
              <a:t>Create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(){</a:t>
            </a:r>
          </a:p>
          <a:p>
            <a:r>
              <a:rPr lang="en-US" dirty="0">
                <a:solidFill>
                  <a:srgbClr val="F8F8F2"/>
                </a:solidFill>
                <a:latin typeface="Fira Code" pitchFamily="1" charset="0"/>
              </a:rPr>
              <a:t>    </a:t>
            </a:r>
            <a:r>
              <a:rPr lang="en-US" b="0" dirty="0">
                <a:solidFill>
                  <a:srgbClr val="50FA7B"/>
                </a:solidFill>
                <a:effectLst/>
                <a:latin typeface="Fira Code" pitchFamily="1" charset="0"/>
              </a:rPr>
              <a:t>Create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(</a:t>
            </a:r>
            <a:r>
              <a:rPr lang="en-US" b="0" dirty="0">
                <a:solidFill>
                  <a:srgbClr val="E9F284"/>
                </a:solidFill>
                <a:effectLst/>
                <a:latin typeface="Fira Code" pitchFamily="1" charset="0"/>
              </a:rPr>
              <a:t>"</a:t>
            </a:r>
            <a:r>
              <a:rPr lang="en-US" b="0" dirty="0">
                <a:solidFill>
                  <a:srgbClr val="F1FA8C"/>
                </a:solidFill>
                <a:effectLst/>
                <a:latin typeface="Fira Code" pitchFamily="1" charset="0"/>
              </a:rPr>
              <a:t>Chair</a:t>
            </a:r>
            <a:r>
              <a:rPr lang="en-US" b="0" dirty="0">
                <a:solidFill>
                  <a:srgbClr val="E9F284"/>
                </a:solidFill>
                <a:effectLst/>
                <a:latin typeface="Fira Code" pitchFamily="1" charset="0"/>
              </a:rPr>
              <a:t>"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);</a:t>
            </a:r>
          </a:p>
          <a:p>
            <a:r>
              <a:rPr lang="en-US" dirty="0">
                <a:solidFill>
                  <a:srgbClr val="F8F8F2"/>
                </a:solidFill>
                <a:latin typeface="Fira Code" pitchFamily="1" charset="0"/>
              </a:rPr>
              <a:t> </a:t>
            </a:r>
            <a:r>
              <a:rPr lang="en-US" b="0" dirty="0">
                <a:solidFill>
                  <a:srgbClr val="F8F8F2"/>
                </a:solidFill>
                <a:effectLst/>
                <a:latin typeface="Fira Code" pitchFamily="1" charset="0"/>
              </a:rPr>
              <a:t>}</a:t>
            </a:r>
          </a:p>
          <a:p>
            <a:endParaRPr lang="en-US" b="0" dirty="0">
              <a:solidFill>
                <a:srgbClr val="F8F8F2"/>
              </a:solidFill>
              <a:effectLst/>
              <a:latin typeface="Fira Code" pitchFamily="1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654D9F0-DCF6-47EB-A58E-06A510D1549E}"/>
              </a:ext>
            </a:extLst>
          </p:cNvPr>
          <p:cNvSpPr txBox="1"/>
          <p:nvPr/>
        </p:nvSpPr>
        <p:spPr>
          <a:xfrm>
            <a:off x="5641918" y="1929169"/>
            <a:ext cx="416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…</a:t>
            </a:r>
            <a:endParaRPr lang="es-AR" sz="40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74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E803B07-F264-4F68-8685-DCEAE5C1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3952875" cy="573088"/>
          </a:xfrm>
        </p:spPr>
        <p:txBody>
          <a:bodyPr/>
          <a:lstStyle/>
          <a:p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Parser de </a:t>
            </a:r>
            <a:r>
              <a:rPr lang="en-US" dirty="0" err="1">
                <a:latin typeface="Anybody" panose="020B0604020202020204" charset="0"/>
                <a:cs typeface="Courier New" panose="02070309020205020404" pitchFamily="49" charset="0"/>
              </a:rPr>
              <a:t>modelos</a:t>
            </a:r>
            <a:r>
              <a:rPr lang="en-US" dirty="0">
                <a:latin typeface="Anybody" panose="020B0604020202020204" charset="0"/>
                <a:cs typeface="Courier New" panose="02070309020205020404" pitchFamily="49" charset="0"/>
              </a:rPr>
              <a:t> .obj</a:t>
            </a:r>
          </a:p>
        </p:txBody>
      </p:sp>
      <p:grpSp>
        <p:nvGrpSpPr>
          <p:cNvPr id="3" name="Google Shape;3206;p53">
            <a:extLst>
              <a:ext uri="{FF2B5EF4-FFF2-40B4-BE49-F238E27FC236}">
                <a16:creationId xmlns:a16="http://schemas.microsoft.com/office/drawing/2014/main" id="{785AFB31-73E0-43B3-B93B-C28DEB7E5A5A}"/>
              </a:ext>
            </a:extLst>
          </p:cNvPr>
          <p:cNvGrpSpPr/>
          <p:nvPr/>
        </p:nvGrpSpPr>
        <p:grpSpPr>
          <a:xfrm>
            <a:off x="4122625" y="2382507"/>
            <a:ext cx="1036088" cy="1041604"/>
            <a:chOff x="3095745" y="3805393"/>
            <a:chExt cx="352840" cy="354717"/>
          </a:xfrm>
          <a:solidFill>
            <a:schemeClr val="bg1">
              <a:lumMod val="25000"/>
            </a:schemeClr>
          </a:solidFill>
        </p:grpSpPr>
        <p:sp>
          <p:nvSpPr>
            <p:cNvPr id="4" name="Google Shape;3207;p53">
              <a:extLst>
                <a:ext uri="{FF2B5EF4-FFF2-40B4-BE49-F238E27FC236}">
                  <a16:creationId xmlns:a16="http://schemas.microsoft.com/office/drawing/2014/main" id="{94BFD894-28D9-4F49-8B07-34EB7190A5E0}"/>
                </a:ext>
              </a:extLst>
            </p:cNvPr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08;p53">
              <a:extLst>
                <a:ext uri="{FF2B5EF4-FFF2-40B4-BE49-F238E27FC236}">
                  <a16:creationId xmlns:a16="http://schemas.microsoft.com/office/drawing/2014/main" id="{E6338148-C723-43AE-A188-7A57378F94AD}"/>
                </a:ext>
              </a:extLst>
            </p:cNvPr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09;p53">
              <a:extLst>
                <a:ext uri="{FF2B5EF4-FFF2-40B4-BE49-F238E27FC236}">
                  <a16:creationId xmlns:a16="http://schemas.microsoft.com/office/drawing/2014/main" id="{B0FD1DEB-B21D-4531-9D7A-12CA16E18446}"/>
                </a:ext>
              </a:extLst>
            </p:cNvPr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10;p53">
              <a:extLst>
                <a:ext uri="{FF2B5EF4-FFF2-40B4-BE49-F238E27FC236}">
                  <a16:creationId xmlns:a16="http://schemas.microsoft.com/office/drawing/2014/main" id="{E0F947CA-ED78-4F6D-BB36-9F0E1D41B0D2}"/>
                </a:ext>
              </a:extLst>
            </p:cNvPr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11;p53">
              <a:extLst>
                <a:ext uri="{FF2B5EF4-FFF2-40B4-BE49-F238E27FC236}">
                  <a16:creationId xmlns:a16="http://schemas.microsoft.com/office/drawing/2014/main" id="{653F7203-134F-4177-98D4-C28326350665}"/>
                </a:ext>
              </a:extLst>
            </p:cNvPr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12;p53">
              <a:extLst>
                <a:ext uri="{FF2B5EF4-FFF2-40B4-BE49-F238E27FC236}">
                  <a16:creationId xmlns:a16="http://schemas.microsoft.com/office/drawing/2014/main" id="{E9D3992F-958B-4907-B729-C58E1A9F4564}"/>
                </a:ext>
              </a:extLst>
            </p:cNvPr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2255;p51">
            <a:extLst>
              <a:ext uri="{FF2B5EF4-FFF2-40B4-BE49-F238E27FC236}">
                <a16:creationId xmlns:a16="http://schemas.microsoft.com/office/drawing/2014/main" id="{F2BBC65F-F05C-45BA-AFCC-36ABA1A95C38}"/>
              </a:ext>
            </a:extLst>
          </p:cNvPr>
          <p:cNvGrpSpPr/>
          <p:nvPr/>
        </p:nvGrpSpPr>
        <p:grpSpPr>
          <a:xfrm>
            <a:off x="4159601" y="3910885"/>
            <a:ext cx="985483" cy="1041604"/>
            <a:chOff x="4869073" y="503252"/>
            <a:chExt cx="828055" cy="875211"/>
          </a:xfrm>
        </p:grpSpPr>
        <p:sp>
          <p:nvSpPr>
            <p:cNvPr id="12" name="Google Shape;2256;p51">
              <a:extLst>
                <a:ext uri="{FF2B5EF4-FFF2-40B4-BE49-F238E27FC236}">
                  <a16:creationId xmlns:a16="http://schemas.microsoft.com/office/drawing/2014/main" id="{F7E26CD8-7307-4AC1-842E-3A5B280CF844}"/>
                </a:ext>
              </a:extLst>
            </p:cNvPr>
            <p:cNvSpPr/>
            <p:nvPr/>
          </p:nvSpPr>
          <p:spPr>
            <a:xfrm flipH="1">
              <a:off x="4869073" y="503252"/>
              <a:ext cx="820400" cy="875211"/>
            </a:xfrm>
            <a:custGeom>
              <a:avLst/>
              <a:gdLst/>
              <a:ahLst/>
              <a:cxnLst/>
              <a:rect l="l" t="t" r="r" b="b"/>
              <a:pathLst>
                <a:path w="886919" h="946174" extrusionOk="0">
                  <a:moveTo>
                    <a:pt x="879086" y="208771"/>
                  </a:moveTo>
                  <a:lnTo>
                    <a:pt x="449486" y="1378"/>
                  </a:lnTo>
                  <a:cubicBezTo>
                    <a:pt x="445678" y="-459"/>
                    <a:pt x="441242" y="-459"/>
                    <a:pt x="437435" y="1378"/>
                  </a:cubicBezTo>
                  <a:lnTo>
                    <a:pt x="7834" y="208771"/>
                  </a:lnTo>
                  <a:cubicBezTo>
                    <a:pt x="3044" y="211083"/>
                    <a:pt x="0" y="215934"/>
                    <a:pt x="0" y="221252"/>
                  </a:cubicBezTo>
                  <a:lnTo>
                    <a:pt x="0" y="724922"/>
                  </a:lnTo>
                  <a:cubicBezTo>
                    <a:pt x="0" y="730240"/>
                    <a:pt x="3044" y="735091"/>
                    <a:pt x="7834" y="737403"/>
                  </a:cubicBezTo>
                  <a:lnTo>
                    <a:pt x="437434" y="944796"/>
                  </a:lnTo>
                  <a:cubicBezTo>
                    <a:pt x="439337" y="945715"/>
                    <a:pt x="441399" y="946175"/>
                    <a:pt x="443460" y="946175"/>
                  </a:cubicBezTo>
                  <a:cubicBezTo>
                    <a:pt x="445520" y="946175"/>
                    <a:pt x="447581" y="945715"/>
                    <a:pt x="449486" y="944796"/>
                  </a:cubicBezTo>
                  <a:lnTo>
                    <a:pt x="879086" y="737403"/>
                  </a:lnTo>
                  <a:cubicBezTo>
                    <a:pt x="883876" y="735091"/>
                    <a:pt x="886920" y="730240"/>
                    <a:pt x="886920" y="724922"/>
                  </a:cubicBezTo>
                  <a:lnTo>
                    <a:pt x="886920" y="221254"/>
                  </a:lnTo>
                  <a:cubicBezTo>
                    <a:pt x="886920" y="215932"/>
                    <a:pt x="883874" y="211085"/>
                    <a:pt x="879086" y="208771"/>
                  </a:cubicBezTo>
                  <a:close/>
                  <a:moveTo>
                    <a:pt x="443460" y="29251"/>
                  </a:moveTo>
                  <a:lnTo>
                    <a:pt x="841180" y="221252"/>
                  </a:lnTo>
                  <a:lnTo>
                    <a:pt x="725889" y="276910"/>
                  </a:lnTo>
                  <a:cubicBezTo>
                    <a:pt x="725159" y="276354"/>
                    <a:pt x="724389" y="275840"/>
                    <a:pt x="723542" y="275432"/>
                  </a:cubicBezTo>
                  <a:lnTo>
                    <a:pt x="328524" y="84737"/>
                  </a:lnTo>
                  <a:lnTo>
                    <a:pt x="443460" y="29251"/>
                  </a:lnTo>
                  <a:close/>
                  <a:moveTo>
                    <a:pt x="297222" y="100408"/>
                  </a:moveTo>
                  <a:lnTo>
                    <a:pt x="694364" y="292130"/>
                  </a:lnTo>
                  <a:lnTo>
                    <a:pt x="613025" y="331398"/>
                  </a:lnTo>
                  <a:lnTo>
                    <a:pt x="216047" y="139754"/>
                  </a:lnTo>
                  <a:lnTo>
                    <a:pt x="297222" y="100408"/>
                  </a:lnTo>
                  <a:close/>
                  <a:moveTo>
                    <a:pt x="703656" y="318424"/>
                  </a:moveTo>
                  <a:lnTo>
                    <a:pt x="703656" y="463576"/>
                  </a:lnTo>
                  <a:lnTo>
                    <a:pt x="627679" y="500255"/>
                  </a:lnTo>
                  <a:lnTo>
                    <a:pt x="627679" y="355103"/>
                  </a:lnTo>
                  <a:lnTo>
                    <a:pt x="703656" y="318424"/>
                  </a:lnTo>
                  <a:close/>
                  <a:moveTo>
                    <a:pt x="859200" y="716225"/>
                  </a:moveTo>
                  <a:lnTo>
                    <a:pt x="457320" y="910231"/>
                  </a:lnTo>
                  <a:lnTo>
                    <a:pt x="457320" y="437344"/>
                  </a:lnTo>
                  <a:lnTo>
                    <a:pt x="553181" y="391066"/>
                  </a:lnTo>
                  <a:cubicBezTo>
                    <a:pt x="560074" y="387738"/>
                    <a:pt x="562964" y="379454"/>
                    <a:pt x="559636" y="372559"/>
                  </a:cubicBezTo>
                  <a:cubicBezTo>
                    <a:pt x="556308" y="365668"/>
                    <a:pt x="548023" y="362774"/>
                    <a:pt x="541128" y="366104"/>
                  </a:cubicBezTo>
                  <a:lnTo>
                    <a:pt x="443460" y="413255"/>
                  </a:lnTo>
                  <a:lnTo>
                    <a:pt x="405029" y="394701"/>
                  </a:lnTo>
                  <a:cubicBezTo>
                    <a:pt x="398134" y="391370"/>
                    <a:pt x="389850" y="394264"/>
                    <a:pt x="386521" y="401157"/>
                  </a:cubicBezTo>
                  <a:cubicBezTo>
                    <a:pt x="383193" y="408050"/>
                    <a:pt x="386083" y="416336"/>
                    <a:pt x="392976" y="419664"/>
                  </a:cubicBezTo>
                  <a:lnTo>
                    <a:pt x="429600" y="437344"/>
                  </a:lnTo>
                  <a:lnTo>
                    <a:pt x="429600" y="910231"/>
                  </a:lnTo>
                  <a:lnTo>
                    <a:pt x="27720" y="716221"/>
                  </a:lnTo>
                  <a:lnTo>
                    <a:pt x="27720" y="243334"/>
                  </a:lnTo>
                  <a:lnTo>
                    <a:pt x="333748" y="391072"/>
                  </a:lnTo>
                  <a:cubicBezTo>
                    <a:pt x="335690" y="392011"/>
                    <a:pt x="337743" y="392454"/>
                    <a:pt x="339763" y="392454"/>
                  </a:cubicBezTo>
                  <a:cubicBezTo>
                    <a:pt x="344916" y="392454"/>
                    <a:pt x="349864" y="389568"/>
                    <a:pt x="352254" y="384617"/>
                  </a:cubicBezTo>
                  <a:cubicBezTo>
                    <a:pt x="355582" y="377724"/>
                    <a:pt x="352692" y="369438"/>
                    <a:pt x="345799" y="366109"/>
                  </a:cubicBezTo>
                  <a:lnTo>
                    <a:pt x="45740" y="221252"/>
                  </a:lnTo>
                  <a:lnTo>
                    <a:pt x="183425" y="154784"/>
                  </a:lnTo>
                  <a:lnTo>
                    <a:pt x="599767" y="355777"/>
                  </a:lnTo>
                  <a:cubicBezTo>
                    <a:pt x="599828" y="355862"/>
                    <a:pt x="599897" y="355938"/>
                    <a:pt x="599959" y="356021"/>
                  </a:cubicBezTo>
                  <a:lnTo>
                    <a:pt x="599959" y="522339"/>
                  </a:lnTo>
                  <a:cubicBezTo>
                    <a:pt x="599959" y="527109"/>
                    <a:pt x="602412" y="531542"/>
                    <a:pt x="606451" y="534079"/>
                  </a:cubicBezTo>
                  <a:cubicBezTo>
                    <a:pt x="608695" y="535487"/>
                    <a:pt x="611254" y="536199"/>
                    <a:pt x="613821" y="536199"/>
                  </a:cubicBezTo>
                  <a:cubicBezTo>
                    <a:pt x="615876" y="536199"/>
                    <a:pt x="617937" y="535742"/>
                    <a:pt x="619846" y="534820"/>
                  </a:cubicBezTo>
                  <a:lnTo>
                    <a:pt x="723542" y="484760"/>
                  </a:lnTo>
                  <a:cubicBezTo>
                    <a:pt x="728332" y="482448"/>
                    <a:pt x="731376" y="477599"/>
                    <a:pt x="731376" y="472279"/>
                  </a:cubicBezTo>
                  <a:lnTo>
                    <a:pt x="731376" y="305044"/>
                  </a:lnTo>
                  <a:lnTo>
                    <a:pt x="859200" y="243336"/>
                  </a:lnTo>
                  <a:lnTo>
                    <a:pt x="859200" y="716225"/>
                  </a:ln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solidFill>
                <a:schemeClr val="bg1">
                  <a:lumMod val="25000"/>
                </a:schemeClr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57;p51">
              <a:extLst>
                <a:ext uri="{FF2B5EF4-FFF2-40B4-BE49-F238E27FC236}">
                  <a16:creationId xmlns:a16="http://schemas.microsoft.com/office/drawing/2014/main" id="{F2F1CA5B-10CD-43C2-A41D-0BD46C62334A}"/>
                </a:ext>
              </a:extLst>
            </p:cNvPr>
            <p:cNvSpPr/>
            <p:nvPr/>
          </p:nvSpPr>
          <p:spPr>
            <a:xfrm flipH="1">
              <a:off x="5606358" y="1062632"/>
              <a:ext cx="90770" cy="58163"/>
            </a:xfrm>
            <a:custGeom>
              <a:avLst/>
              <a:gdLst/>
              <a:ahLst/>
              <a:cxnLst/>
              <a:rect l="l" t="t" r="r" b="b"/>
              <a:pathLst>
                <a:path w="90770" h="58163" extrusionOk="0">
                  <a:moveTo>
                    <a:pt x="82934" y="31818"/>
                  </a:moveTo>
                  <a:lnTo>
                    <a:pt x="19890" y="1383"/>
                  </a:lnTo>
                  <a:cubicBezTo>
                    <a:pt x="12993" y="-1949"/>
                    <a:pt x="4710" y="945"/>
                    <a:pt x="1382" y="7838"/>
                  </a:cubicBezTo>
                  <a:cubicBezTo>
                    <a:pt x="-1946" y="14732"/>
                    <a:pt x="944" y="23018"/>
                    <a:pt x="7837" y="26346"/>
                  </a:cubicBezTo>
                  <a:lnTo>
                    <a:pt x="70881" y="56781"/>
                  </a:lnTo>
                  <a:cubicBezTo>
                    <a:pt x="72824" y="57720"/>
                    <a:pt x="74877" y="58163"/>
                    <a:pt x="76896" y="58163"/>
                  </a:cubicBezTo>
                  <a:cubicBezTo>
                    <a:pt x="82049" y="58163"/>
                    <a:pt x="86998" y="55277"/>
                    <a:pt x="89387" y="50326"/>
                  </a:cubicBezTo>
                  <a:cubicBezTo>
                    <a:pt x="92717" y="43431"/>
                    <a:pt x="89827" y="35148"/>
                    <a:pt x="82934" y="31818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58;p51">
              <a:extLst>
                <a:ext uri="{FF2B5EF4-FFF2-40B4-BE49-F238E27FC236}">
                  <a16:creationId xmlns:a16="http://schemas.microsoft.com/office/drawing/2014/main" id="{06BA1B59-9A45-414C-9947-91F92048D98C}"/>
                </a:ext>
              </a:extLst>
            </p:cNvPr>
            <p:cNvSpPr/>
            <p:nvPr/>
          </p:nvSpPr>
          <p:spPr>
            <a:xfrm flipH="1">
              <a:off x="5548335" y="996897"/>
              <a:ext cx="148704" cy="86132"/>
            </a:xfrm>
            <a:custGeom>
              <a:avLst/>
              <a:gdLst/>
              <a:ahLst/>
              <a:cxnLst/>
              <a:rect l="l" t="t" r="r" b="b"/>
              <a:pathLst>
                <a:path w="148704" h="86132" extrusionOk="0">
                  <a:moveTo>
                    <a:pt x="140867" y="59786"/>
                  </a:moveTo>
                  <a:lnTo>
                    <a:pt x="19888" y="1382"/>
                  </a:lnTo>
                  <a:cubicBezTo>
                    <a:pt x="12993" y="-1946"/>
                    <a:pt x="4709" y="944"/>
                    <a:pt x="1381" y="7839"/>
                  </a:cubicBezTo>
                  <a:cubicBezTo>
                    <a:pt x="-1946" y="14732"/>
                    <a:pt x="945" y="23018"/>
                    <a:pt x="7838" y="26346"/>
                  </a:cubicBezTo>
                  <a:lnTo>
                    <a:pt x="128817" y="84750"/>
                  </a:lnTo>
                  <a:cubicBezTo>
                    <a:pt x="130759" y="85687"/>
                    <a:pt x="132812" y="86133"/>
                    <a:pt x="134832" y="86133"/>
                  </a:cubicBezTo>
                  <a:cubicBezTo>
                    <a:pt x="139984" y="86133"/>
                    <a:pt x="144933" y="83246"/>
                    <a:pt x="147322" y="78295"/>
                  </a:cubicBezTo>
                  <a:cubicBezTo>
                    <a:pt x="150651" y="71399"/>
                    <a:pt x="147760" y="63112"/>
                    <a:pt x="140867" y="59786"/>
                  </a:cubicBezTo>
                  <a:close/>
                </a:path>
              </a:pathLst>
            </a:custGeom>
            <a:solidFill>
              <a:schemeClr val="bg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" name="Gráfico 14" descr="Documento contorno">
            <a:extLst>
              <a:ext uri="{FF2B5EF4-FFF2-40B4-BE49-F238E27FC236}">
                <a16:creationId xmlns:a16="http://schemas.microsoft.com/office/drawing/2014/main" id="{6008C58E-264B-4582-89FC-677B7E8F0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390" y="1045858"/>
            <a:ext cx="914400" cy="914400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AA475CE-E34B-4F6B-8785-9B6755EC82C2}"/>
              </a:ext>
            </a:extLst>
          </p:cNvPr>
          <p:cNvCxnSpPr>
            <a:stCxn id="15" idx="2"/>
          </p:cNvCxnSpPr>
          <p:nvPr/>
        </p:nvCxnSpPr>
        <p:spPr>
          <a:xfrm>
            <a:off x="4586590" y="1960258"/>
            <a:ext cx="0" cy="306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8EE3B43-16B2-47EF-99F9-867D17ABBD26}"/>
              </a:ext>
            </a:extLst>
          </p:cNvPr>
          <p:cNvCxnSpPr/>
          <p:nvPr/>
        </p:nvCxnSpPr>
        <p:spPr>
          <a:xfrm>
            <a:off x="4588129" y="3493783"/>
            <a:ext cx="0" cy="306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1B38A0-C6C4-436E-AAD8-960374C354C8}"/>
              </a:ext>
            </a:extLst>
          </p:cNvPr>
          <p:cNvSpPr txBox="1"/>
          <p:nvPr/>
        </p:nvSpPr>
        <p:spPr>
          <a:xfrm>
            <a:off x="4705806" y="1923809"/>
            <a:ext cx="1123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nybody" panose="020B0604020202020204" charset="0"/>
              </a:rPr>
              <a:t>Vértices</a:t>
            </a:r>
          </a:p>
          <a:p>
            <a:r>
              <a:rPr lang="es-AR" dirty="0">
                <a:latin typeface="Anybody" panose="020B0604020202020204" charset="0"/>
              </a:rPr>
              <a:t>Caras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4A81930-CF57-4376-B05F-7BF8893FD20E}"/>
              </a:ext>
            </a:extLst>
          </p:cNvPr>
          <p:cNvSpPr txBox="1"/>
          <p:nvPr/>
        </p:nvSpPr>
        <p:spPr>
          <a:xfrm>
            <a:off x="5267552" y="4268836"/>
            <a:ext cx="2769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nybody" panose="020B0604020202020204" charset="0"/>
              </a:rPr>
              <a:t>Modelo centrado en el origen</a:t>
            </a:r>
          </a:p>
        </p:txBody>
      </p:sp>
    </p:spTree>
    <p:extLst>
      <p:ext uri="{BB962C8B-B14F-4D97-AF65-F5344CB8AC3E}">
        <p14:creationId xmlns:p14="http://schemas.microsoft.com/office/powerpoint/2010/main" val="3321768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4076700" y="2005825"/>
            <a:ext cx="4838697" cy="290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Cámaras y transformaciones</a:t>
            </a:r>
            <a:endParaRPr dirty="0"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2"/>
          </p:nvPr>
        </p:nvSpPr>
        <p:spPr>
          <a:xfrm>
            <a:off x="4297375" y="6413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Google Shape;2223;p51">
            <a:extLst>
              <a:ext uri="{FF2B5EF4-FFF2-40B4-BE49-F238E27FC236}">
                <a16:creationId xmlns:a16="http://schemas.microsoft.com/office/drawing/2014/main" id="{C85632DE-473E-44E4-86AE-505039A95AC3}"/>
              </a:ext>
            </a:extLst>
          </p:cNvPr>
          <p:cNvGrpSpPr/>
          <p:nvPr/>
        </p:nvGrpSpPr>
        <p:grpSpPr>
          <a:xfrm>
            <a:off x="1399038" y="1099300"/>
            <a:ext cx="1590125" cy="1081080"/>
            <a:chOff x="5283337" y="2478774"/>
            <a:chExt cx="358633" cy="243913"/>
          </a:xfrm>
          <a:solidFill>
            <a:schemeClr val="bg1">
              <a:lumMod val="25000"/>
            </a:schemeClr>
          </a:solidFill>
        </p:grpSpPr>
        <p:sp>
          <p:nvSpPr>
            <p:cNvPr id="7" name="Google Shape;2224;p51">
              <a:extLst>
                <a:ext uri="{FF2B5EF4-FFF2-40B4-BE49-F238E27FC236}">
                  <a16:creationId xmlns:a16="http://schemas.microsoft.com/office/drawing/2014/main" id="{678A42D9-D9C0-4AD4-95F4-15B101778447}"/>
                </a:ext>
              </a:extLst>
            </p:cNvPr>
            <p:cNvSpPr/>
            <p:nvPr/>
          </p:nvSpPr>
          <p:spPr>
            <a:xfrm>
              <a:off x="5386735" y="2511056"/>
              <a:ext cx="21596" cy="20387"/>
            </a:xfrm>
            <a:custGeom>
              <a:avLst/>
              <a:gdLst/>
              <a:ahLst/>
              <a:cxnLst/>
              <a:rect l="l" t="t" r="r" b="b"/>
              <a:pathLst>
                <a:path w="679" h="641" extrusionOk="0">
                  <a:moveTo>
                    <a:pt x="494" y="1"/>
                  </a:moveTo>
                  <a:cubicBezTo>
                    <a:pt x="453" y="1"/>
                    <a:pt x="411" y="16"/>
                    <a:pt x="381" y="46"/>
                  </a:cubicBezTo>
                  <a:lnTo>
                    <a:pt x="60" y="367"/>
                  </a:lnTo>
                  <a:cubicBezTo>
                    <a:pt x="0" y="427"/>
                    <a:pt x="0" y="534"/>
                    <a:pt x="60" y="593"/>
                  </a:cubicBezTo>
                  <a:cubicBezTo>
                    <a:pt x="84" y="617"/>
                    <a:pt x="131" y="641"/>
                    <a:pt x="179" y="641"/>
                  </a:cubicBezTo>
                  <a:cubicBezTo>
                    <a:pt x="214" y="641"/>
                    <a:pt x="262" y="617"/>
                    <a:pt x="298" y="593"/>
                  </a:cubicBezTo>
                  <a:lnTo>
                    <a:pt x="619" y="260"/>
                  </a:lnTo>
                  <a:cubicBezTo>
                    <a:pt x="679" y="200"/>
                    <a:pt x="679" y="105"/>
                    <a:pt x="607" y="46"/>
                  </a:cubicBezTo>
                  <a:cubicBezTo>
                    <a:pt x="578" y="16"/>
                    <a:pt x="536" y="1"/>
                    <a:pt x="4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25;p51">
              <a:extLst>
                <a:ext uri="{FF2B5EF4-FFF2-40B4-BE49-F238E27FC236}">
                  <a16:creationId xmlns:a16="http://schemas.microsoft.com/office/drawing/2014/main" id="{6FF7A37D-2487-476D-971F-C486297D43A4}"/>
                </a:ext>
              </a:extLst>
            </p:cNvPr>
            <p:cNvSpPr/>
            <p:nvPr/>
          </p:nvSpPr>
          <p:spPr>
            <a:xfrm>
              <a:off x="5321599" y="2575811"/>
              <a:ext cx="21977" cy="20387"/>
            </a:xfrm>
            <a:custGeom>
              <a:avLst/>
              <a:gdLst/>
              <a:ahLst/>
              <a:cxnLst/>
              <a:rect l="l" t="t" r="r" b="b"/>
              <a:pathLst>
                <a:path w="691" h="641" extrusionOk="0">
                  <a:moveTo>
                    <a:pt x="506" y="1"/>
                  </a:moveTo>
                  <a:cubicBezTo>
                    <a:pt x="465" y="1"/>
                    <a:pt x="423" y="16"/>
                    <a:pt x="393" y="46"/>
                  </a:cubicBezTo>
                  <a:lnTo>
                    <a:pt x="72" y="367"/>
                  </a:lnTo>
                  <a:cubicBezTo>
                    <a:pt x="0" y="427"/>
                    <a:pt x="0" y="534"/>
                    <a:pt x="72" y="593"/>
                  </a:cubicBezTo>
                  <a:cubicBezTo>
                    <a:pt x="96" y="629"/>
                    <a:pt x="143" y="641"/>
                    <a:pt x="179" y="641"/>
                  </a:cubicBezTo>
                  <a:cubicBezTo>
                    <a:pt x="227" y="641"/>
                    <a:pt x="274" y="629"/>
                    <a:pt x="298" y="593"/>
                  </a:cubicBezTo>
                  <a:lnTo>
                    <a:pt x="631" y="272"/>
                  </a:lnTo>
                  <a:cubicBezTo>
                    <a:pt x="691" y="212"/>
                    <a:pt x="691" y="105"/>
                    <a:pt x="619" y="46"/>
                  </a:cubicBezTo>
                  <a:cubicBezTo>
                    <a:pt x="590" y="16"/>
                    <a:pt x="548" y="1"/>
                    <a:pt x="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26;p51">
              <a:extLst>
                <a:ext uri="{FF2B5EF4-FFF2-40B4-BE49-F238E27FC236}">
                  <a16:creationId xmlns:a16="http://schemas.microsoft.com/office/drawing/2014/main" id="{876FCDC2-0406-48B5-94CA-6526357D24A3}"/>
                </a:ext>
              </a:extLst>
            </p:cNvPr>
            <p:cNvSpPr/>
            <p:nvPr/>
          </p:nvSpPr>
          <p:spPr>
            <a:xfrm>
              <a:off x="5386735" y="2575811"/>
              <a:ext cx="21596" cy="20387"/>
            </a:xfrm>
            <a:custGeom>
              <a:avLst/>
              <a:gdLst/>
              <a:ahLst/>
              <a:cxnLst/>
              <a:rect l="l" t="t" r="r" b="b"/>
              <a:pathLst>
                <a:path w="679" h="641" extrusionOk="0">
                  <a:moveTo>
                    <a:pt x="168" y="1"/>
                  </a:moveTo>
                  <a:cubicBezTo>
                    <a:pt x="128" y="1"/>
                    <a:pt x="89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381" y="593"/>
                  </a:lnTo>
                  <a:cubicBezTo>
                    <a:pt x="417" y="629"/>
                    <a:pt x="465" y="641"/>
                    <a:pt x="500" y="641"/>
                  </a:cubicBezTo>
                  <a:cubicBezTo>
                    <a:pt x="548" y="641"/>
                    <a:pt x="595" y="629"/>
                    <a:pt x="619" y="593"/>
                  </a:cubicBezTo>
                  <a:cubicBezTo>
                    <a:pt x="679" y="534"/>
                    <a:pt x="679" y="427"/>
                    <a:pt x="607" y="367"/>
                  </a:cubicBezTo>
                  <a:lnTo>
                    <a:pt x="286" y="46"/>
                  </a:lnTo>
                  <a:cubicBezTo>
                    <a:pt x="250" y="16"/>
                    <a:pt x="209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27;p51">
              <a:extLst>
                <a:ext uri="{FF2B5EF4-FFF2-40B4-BE49-F238E27FC236}">
                  <a16:creationId xmlns:a16="http://schemas.microsoft.com/office/drawing/2014/main" id="{6F29A03B-38CD-4056-B872-6BE5C5AB235C}"/>
                </a:ext>
              </a:extLst>
            </p:cNvPr>
            <p:cNvSpPr/>
            <p:nvPr/>
          </p:nvSpPr>
          <p:spPr>
            <a:xfrm>
              <a:off x="5321599" y="2511056"/>
              <a:ext cx="21977" cy="20387"/>
            </a:xfrm>
            <a:custGeom>
              <a:avLst/>
              <a:gdLst/>
              <a:ahLst/>
              <a:cxnLst/>
              <a:rect l="l" t="t" r="r" b="b"/>
              <a:pathLst>
                <a:path w="691" h="641" extrusionOk="0">
                  <a:moveTo>
                    <a:pt x="179" y="1"/>
                  </a:moveTo>
                  <a:cubicBezTo>
                    <a:pt x="140" y="1"/>
                    <a:pt x="101" y="16"/>
                    <a:pt x="72" y="46"/>
                  </a:cubicBezTo>
                  <a:cubicBezTo>
                    <a:pt x="0" y="105"/>
                    <a:pt x="0" y="200"/>
                    <a:pt x="72" y="260"/>
                  </a:cubicBezTo>
                  <a:lnTo>
                    <a:pt x="393" y="593"/>
                  </a:lnTo>
                  <a:cubicBezTo>
                    <a:pt x="429" y="617"/>
                    <a:pt x="465" y="641"/>
                    <a:pt x="512" y="641"/>
                  </a:cubicBezTo>
                  <a:cubicBezTo>
                    <a:pt x="560" y="641"/>
                    <a:pt x="596" y="617"/>
                    <a:pt x="631" y="593"/>
                  </a:cubicBezTo>
                  <a:cubicBezTo>
                    <a:pt x="691" y="534"/>
                    <a:pt x="691" y="427"/>
                    <a:pt x="619" y="367"/>
                  </a:cubicBezTo>
                  <a:lnTo>
                    <a:pt x="286" y="46"/>
                  </a:lnTo>
                  <a:cubicBezTo>
                    <a:pt x="256" y="16"/>
                    <a:pt x="218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28;p51">
              <a:extLst>
                <a:ext uri="{FF2B5EF4-FFF2-40B4-BE49-F238E27FC236}">
                  <a16:creationId xmlns:a16="http://schemas.microsoft.com/office/drawing/2014/main" id="{F2AA94FA-4D22-4A41-A876-9B239BCEE6CF}"/>
                </a:ext>
              </a:extLst>
            </p:cNvPr>
            <p:cNvSpPr/>
            <p:nvPr/>
          </p:nvSpPr>
          <p:spPr>
            <a:xfrm>
              <a:off x="5522670" y="2520916"/>
              <a:ext cx="17079" cy="15457"/>
            </a:xfrm>
            <a:custGeom>
              <a:avLst/>
              <a:gdLst/>
              <a:ahLst/>
              <a:cxnLst/>
              <a:rect l="l" t="t" r="r" b="b"/>
              <a:pathLst>
                <a:path w="537" h="486" extrusionOk="0">
                  <a:moveTo>
                    <a:pt x="346" y="0"/>
                  </a:moveTo>
                  <a:cubicBezTo>
                    <a:pt x="307" y="0"/>
                    <a:pt x="268" y="15"/>
                    <a:pt x="239" y="45"/>
                  </a:cubicBezTo>
                  <a:lnTo>
                    <a:pt x="60" y="224"/>
                  </a:lnTo>
                  <a:cubicBezTo>
                    <a:pt x="1" y="283"/>
                    <a:pt x="1" y="390"/>
                    <a:pt x="60" y="450"/>
                  </a:cubicBezTo>
                  <a:cubicBezTo>
                    <a:pt x="84" y="474"/>
                    <a:pt x="131" y="486"/>
                    <a:pt x="179" y="486"/>
                  </a:cubicBezTo>
                  <a:cubicBezTo>
                    <a:pt x="215" y="486"/>
                    <a:pt x="262" y="474"/>
                    <a:pt x="298" y="450"/>
                  </a:cubicBezTo>
                  <a:lnTo>
                    <a:pt x="477" y="271"/>
                  </a:lnTo>
                  <a:cubicBezTo>
                    <a:pt x="536" y="212"/>
                    <a:pt x="536" y="105"/>
                    <a:pt x="453" y="45"/>
                  </a:cubicBezTo>
                  <a:cubicBezTo>
                    <a:pt x="423" y="15"/>
                    <a:pt x="384" y="0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29;p51">
              <a:extLst>
                <a:ext uri="{FF2B5EF4-FFF2-40B4-BE49-F238E27FC236}">
                  <a16:creationId xmlns:a16="http://schemas.microsoft.com/office/drawing/2014/main" id="{F955A28A-6DCA-4370-A840-112A79B2C5B5}"/>
                </a:ext>
              </a:extLst>
            </p:cNvPr>
            <p:cNvSpPr/>
            <p:nvPr/>
          </p:nvSpPr>
          <p:spPr>
            <a:xfrm>
              <a:off x="5473054" y="2570531"/>
              <a:ext cx="16698" cy="15839"/>
            </a:xfrm>
            <a:custGeom>
              <a:avLst/>
              <a:gdLst/>
              <a:ahLst/>
              <a:cxnLst/>
              <a:rect l="l" t="t" r="r" b="b"/>
              <a:pathLst>
                <a:path w="525" h="498" extrusionOk="0">
                  <a:moveTo>
                    <a:pt x="358" y="0"/>
                  </a:moveTo>
                  <a:cubicBezTo>
                    <a:pt x="319" y="0"/>
                    <a:pt x="281" y="15"/>
                    <a:pt x="251" y="45"/>
                  </a:cubicBezTo>
                  <a:lnTo>
                    <a:pt x="72" y="223"/>
                  </a:lnTo>
                  <a:cubicBezTo>
                    <a:pt x="1" y="283"/>
                    <a:pt x="1" y="390"/>
                    <a:pt x="72" y="450"/>
                  </a:cubicBezTo>
                  <a:cubicBezTo>
                    <a:pt x="96" y="473"/>
                    <a:pt x="144" y="497"/>
                    <a:pt x="179" y="497"/>
                  </a:cubicBezTo>
                  <a:cubicBezTo>
                    <a:pt x="227" y="497"/>
                    <a:pt x="275" y="473"/>
                    <a:pt x="298" y="450"/>
                  </a:cubicBezTo>
                  <a:lnTo>
                    <a:pt x="477" y="271"/>
                  </a:lnTo>
                  <a:cubicBezTo>
                    <a:pt x="525" y="212"/>
                    <a:pt x="525" y="104"/>
                    <a:pt x="465" y="45"/>
                  </a:cubicBezTo>
                  <a:cubicBezTo>
                    <a:pt x="435" y="15"/>
                    <a:pt x="397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230;p51">
              <a:extLst>
                <a:ext uri="{FF2B5EF4-FFF2-40B4-BE49-F238E27FC236}">
                  <a16:creationId xmlns:a16="http://schemas.microsoft.com/office/drawing/2014/main" id="{A5A80FF8-79BD-4E76-9AC5-9D366CA75EAA}"/>
                </a:ext>
              </a:extLst>
            </p:cNvPr>
            <p:cNvSpPr/>
            <p:nvPr/>
          </p:nvSpPr>
          <p:spPr>
            <a:xfrm>
              <a:off x="5522670" y="2570531"/>
              <a:ext cx="17079" cy="15839"/>
            </a:xfrm>
            <a:custGeom>
              <a:avLst/>
              <a:gdLst/>
              <a:ahLst/>
              <a:cxnLst/>
              <a:rect l="l" t="t" r="r" b="b"/>
              <a:pathLst>
                <a:path w="537" h="498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12"/>
                    <a:pt x="60" y="271"/>
                  </a:cubicBezTo>
                  <a:lnTo>
                    <a:pt x="239" y="450"/>
                  </a:lnTo>
                  <a:cubicBezTo>
                    <a:pt x="262" y="473"/>
                    <a:pt x="310" y="497"/>
                    <a:pt x="358" y="497"/>
                  </a:cubicBezTo>
                  <a:cubicBezTo>
                    <a:pt x="393" y="497"/>
                    <a:pt x="441" y="473"/>
                    <a:pt x="477" y="450"/>
                  </a:cubicBezTo>
                  <a:cubicBezTo>
                    <a:pt x="536" y="390"/>
                    <a:pt x="536" y="283"/>
                    <a:pt x="453" y="223"/>
                  </a:cubicBezTo>
                  <a:lnTo>
                    <a:pt x="274" y="45"/>
                  </a:ln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31;p51">
              <a:extLst>
                <a:ext uri="{FF2B5EF4-FFF2-40B4-BE49-F238E27FC236}">
                  <a16:creationId xmlns:a16="http://schemas.microsoft.com/office/drawing/2014/main" id="{2274481A-62DF-49D7-8D9E-839A7D429A04}"/>
                </a:ext>
              </a:extLst>
            </p:cNvPr>
            <p:cNvSpPr/>
            <p:nvPr/>
          </p:nvSpPr>
          <p:spPr>
            <a:xfrm>
              <a:off x="5473054" y="2520916"/>
              <a:ext cx="16698" cy="15457"/>
            </a:xfrm>
            <a:custGeom>
              <a:avLst/>
              <a:gdLst/>
              <a:ahLst/>
              <a:cxnLst/>
              <a:rect l="l" t="t" r="r" b="b"/>
              <a:pathLst>
                <a:path w="525" h="486" extrusionOk="0">
                  <a:moveTo>
                    <a:pt x="179" y="0"/>
                  </a:moveTo>
                  <a:cubicBezTo>
                    <a:pt x="141" y="0"/>
                    <a:pt x="102" y="15"/>
                    <a:pt x="72" y="45"/>
                  </a:cubicBezTo>
                  <a:cubicBezTo>
                    <a:pt x="1" y="105"/>
                    <a:pt x="1" y="212"/>
                    <a:pt x="72" y="271"/>
                  </a:cubicBezTo>
                  <a:lnTo>
                    <a:pt x="251" y="450"/>
                  </a:lnTo>
                  <a:cubicBezTo>
                    <a:pt x="275" y="474"/>
                    <a:pt x="322" y="486"/>
                    <a:pt x="370" y="486"/>
                  </a:cubicBezTo>
                  <a:cubicBezTo>
                    <a:pt x="406" y="486"/>
                    <a:pt x="453" y="474"/>
                    <a:pt x="477" y="450"/>
                  </a:cubicBezTo>
                  <a:cubicBezTo>
                    <a:pt x="525" y="390"/>
                    <a:pt x="525" y="283"/>
                    <a:pt x="465" y="224"/>
                  </a:cubicBezTo>
                  <a:lnTo>
                    <a:pt x="287" y="45"/>
                  </a:lnTo>
                  <a:cubicBezTo>
                    <a:pt x="257" y="15"/>
                    <a:pt x="218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32;p51">
              <a:extLst>
                <a:ext uri="{FF2B5EF4-FFF2-40B4-BE49-F238E27FC236}">
                  <a16:creationId xmlns:a16="http://schemas.microsoft.com/office/drawing/2014/main" id="{8CCF5321-5184-4978-8A80-8A71A3D2C559}"/>
                </a:ext>
              </a:extLst>
            </p:cNvPr>
            <p:cNvSpPr/>
            <p:nvPr/>
          </p:nvSpPr>
          <p:spPr>
            <a:xfrm>
              <a:off x="5343926" y="2638594"/>
              <a:ext cx="95860" cy="10623"/>
            </a:xfrm>
            <a:custGeom>
              <a:avLst/>
              <a:gdLst/>
              <a:ahLst/>
              <a:cxnLst/>
              <a:rect l="l" t="t" r="r" b="b"/>
              <a:pathLst>
                <a:path w="3014" h="334" extrusionOk="0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cubicBezTo>
                    <a:pt x="1" y="262"/>
                    <a:pt x="84" y="334"/>
                    <a:pt x="167" y="334"/>
                  </a:cubicBezTo>
                  <a:lnTo>
                    <a:pt x="2846" y="334"/>
                  </a:lnTo>
                  <a:cubicBezTo>
                    <a:pt x="2942" y="334"/>
                    <a:pt x="3013" y="262"/>
                    <a:pt x="3013" y="167"/>
                  </a:cubicBezTo>
                  <a:cubicBezTo>
                    <a:pt x="3013" y="84"/>
                    <a:pt x="2942" y="0"/>
                    <a:pt x="2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33;p51">
              <a:extLst>
                <a:ext uri="{FF2B5EF4-FFF2-40B4-BE49-F238E27FC236}">
                  <a16:creationId xmlns:a16="http://schemas.microsoft.com/office/drawing/2014/main" id="{F30FD0F7-0BBC-4269-9B4A-4ACBB8572637}"/>
                </a:ext>
              </a:extLst>
            </p:cNvPr>
            <p:cNvSpPr/>
            <p:nvPr/>
          </p:nvSpPr>
          <p:spPr>
            <a:xfrm>
              <a:off x="5343926" y="2689323"/>
              <a:ext cx="20482" cy="10655"/>
            </a:xfrm>
            <a:custGeom>
              <a:avLst/>
              <a:gdLst/>
              <a:ahLst/>
              <a:cxnLst/>
              <a:rect l="l" t="t" r="r" b="b"/>
              <a:pathLst>
                <a:path w="644" h="335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477" y="334"/>
                  </a:lnTo>
                  <a:cubicBezTo>
                    <a:pt x="572" y="334"/>
                    <a:pt x="644" y="251"/>
                    <a:pt x="644" y="167"/>
                  </a:cubicBezTo>
                  <a:cubicBezTo>
                    <a:pt x="644" y="72"/>
                    <a:pt x="572" y="1"/>
                    <a:pt x="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34;p51">
              <a:extLst>
                <a:ext uri="{FF2B5EF4-FFF2-40B4-BE49-F238E27FC236}">
                  <a16:creationId xmlns:a16="http://schemas.microsoft.com/office/drawing/2014/main" id="{4EA414C9-3925-4F92-AB1A-38B5E7F0637D}"/>
                </a:ext>
              </a:extLst>
            </p:cNvPr>
            <p:cNvSpPr/>
            <p:nvPr/>
          </p:nvSpPr>
          <p:spPr>
            <a:xfrm>
              <a:off x="5378021" y="2689323"/>
              <a:ext cx="61765" cy="10655"/>
            </a:xfrm>
            <a:custGeom>
              <a:avLst/>
              <a:gdLst/>
              <a:ahLst/>
              <a:cxnLst/>
              <a:rect l="l" t="t" r="r" b="b"/>
              <a:pathLst>
                <a:path w="1942" h="335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774" y="334"/>
                  </a:lnTo>
                  <a:cubicBezTo>
                    <a:pt x="1870" y="334"/>
                    <a:pt x="1941" y="251"/>
                    <a:pt x="1941" y="167"/>
                  </a:cubicBezTo>
                  <a:cubicBezTo>
                    <a:pt x="1941" y="72"/>
                    <a:pt x="1870" y="1"/>
                    <a:pt x="17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35;p51">
              <a:extLst>
                <a:ext uri="{FF2B5EF4-FFF2-40B4-BE49-F238E27FC236}">
                  <a16:creationId xmlns:a16="http://schemas.microsoft.com/office/drawing/2014/main" id="{4A2D4931-4F5F-402B-800C-3CAC451ADE10}"/>
                </a:ext>
              </a:extLst>
            </p:cNvPr>
            <p:cNvSpPr/>
            <p:nvPr/>
          </p:nvSpPr>
          <p:spPr>
            <a:xfrm>
              <a:off x="5343926" y="2663975"/>
              <a:ext cx="95860" cy="10241"/>
            </a:xfrm>
            <a:custGeom>
              <a:avLst/>
              <a:gdLst/>
              <a:ahLst/>
              <a:cxnLst/>
              <a:rect l="l" t="t" r="r" b="b"/>
              <a:pathLst>
                <a:path w="3014" h="322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846" y="322"/>
                  </a:lnTo>
                  <a:cubicBezTo>
                    <a:pt x="2942" y="322"/>
                    <a:pt x="3013" y="250"/>
                    <a:pt x="3013" y="155"/>
                  </a:cubicBezTo>
                  <a:cubicBezTo>
                    <a:pt x="3013" y="72"/>
                    <a:pt x="2942" y="0"/>
                    <a:pt x="2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36;p51">
              <a:extLst>
                <a:ext uri="{FF2B5EF4-FFF2-40B4-BE49-F238E27FC236}">
                  <a16:creationId xmlns:a16="http://schemas.microsoft.com/office/drawing/2014/main" id="{AE748D1C-0654-456B-BD30-165F9DDB6811}"/>
                </a:ext>
              </a:extLst>
            </p:cNvPr>
            <p:cNvSpPr/>
            <p:nvPr/>
          </p:nvSpPr>
          <p:spPr>
            <a:xfrm>
              <a:off x="5283337" y="2478774"/>
              <a:ext cx="287072" cy="149229"/>
            </a:xfrm>
            <a:custGeom>
              <a:avLst/>
              <a:gdLst/>
              <a:ahLst/>
              <a:cxnLst/>
              <a:rect l="l" t="t" r="r" b="b"/>
              <a:pathLst>
                <a:path w="9026" h="4692" extrusionOk="0">
                  <a:moveTo>
                    <a:pt x="7002" y="834"/>
                  </a:moveTo>
                  <a:cubicBezTo>
                    <a:pt x="7383" y="834"/>
                    <a:pt x="7776" y="977"/>
                    <a:pt x="8073" y="1275"/>
                  </a:cubicBezTo>
                  <a:cubicBezTo>
                    <a:pt x="8669" y="1870"/>
                    <a:pt x="8669" y="2823"/>
                    <a:pt x="8073" y="3418"/>
                  </a:cubicBezTo>
                  <a:cubicBezTo>
                    <a:pt x="7776" y="3716"/>
                    <a:pt x="7389" y="3864"/>
                    <a:pt x="7002" y="3864"/>
                  </a:cubicBezTo>
                  <a:cubicBezTo>
                    <a:pt x="6615" y="3864"/>
                    <a:pt x="6228" y="3716"/>
                    <a:pt x="5930" y="3418"/>
                  </a:cubicBezTo>
                  <a:cubicBezTo>
                    <a:pt x="5335" y="2823"/>
                    <a:pt x="5335" y="1870"/>
                    <a:pt x="5930" y="1275"/>
                  </a:cubicBezTo>
                  <a:cubicBezTo>
                    <a:pt x="6228" y="977"/>
                    <a:pt x="6609" y="834"/>
                    <a:pt x="7002" y="834"/>
                  </a:cubicBezTo>
                  <a:close/>
                  <a:moveTo>
                    <a:pt x="2561" y="322"/>
                  </a:moveTo>
                  <a:cubicBezTo>
                    <a:pt x="3084" y="322"/>
                    <a:pt x="3608" y="525"/>
                    <a:pt x="3989" y="918"/>
                  </a:cubicBezTo>
                  <a:cubicBezTo>
                    <a:pt x="4787" y="1715"/>
                    <a:pt x="4787" y="2989"/>
                    <a:pt x="3989" y="3775"/>
                  </a:cubicBezTo>
                  <a:cubicBezTo>
                    <a:pt x="3596" y="4174"/>
                    <a:pt x="3079" y="4373"/>
                    <a:pt x="2561" y="4373"/>
                  </a:cubicBezTo>
                  <a:cubicBezTo>
                    <a:pt x="2043" y="4373"/>
                    <a:pt x="1525" y="4174"/>
                    <a:pt x="1132" y="3775"/>
                  </a:cubicBezTo>
                  <a:cubicBezTo>
                    <a:pt x="346" y="2989"/>
                    <a:pt x="346" y="1715"/>
                    <a:pt x="1132" y="918"/>
                  </a:cubicBezTo>
                  <a:cubicBezTo>
                    <a:pt x="1525" y="537"/>
                    <a:pt x="2037" y="322"/>
                    <a:pt x="2561" y="322"/>
                  </a:cubicBezTo>
                  <a:close/>
                  <a:moveTo>
                    <a:pt x="2575" y="1"/>
                  </a:moveTo>
                  <a:cubicBezTo>
                    <a:pt x="1974" y="1"/>
                    <a:pt x="1370" y="227"/>
                    <a:pt x="906" y="680"/>
                  </a:cubicBezTo>
                  <a:cubicBezTo>
                    <a:pt x="1" y="1596"/>
                    <a:pt x="1" y="3085"/>
                    <a:pt x="906" y="4001"/>
                  </a:cubicBezTo>
                  <a:cubicBezTo>
                    <a:pt x="1370" y="4466"/>
                    <a:pt x="1965" y="4692"/>
                    <a:pt x="2561" y="4692"/>
                  </a:cubicBezTo>
                  <a:cubicBezTo>
                    <a:pt x="3156" y="4692"/>
                    <a:pt x="3763" y="4466"/>
                    <a:pt x="4216" y="4001"/>
                  </a:cubicBezTo>
                  <a:cubicBezTo>
                    <a:pt x="4525" y="3692"/>
                    <a:pt x="4739" y="3299"/>
                    <a:pt x="4835" y="2882"/>
                  </a:cubicBezTo>
                  <a:lnTo>
                    <a:pt x="5240" y="2882"/>
                  </a:lnTo>
                  <a:cubicBezTo>
                    <a:pt x="5335" y="3156"/>
                    <a:pt x="5478" y="3418"/>
                    <a:pt x="5704" y="3632"/>
                  </a:cubicBezTo>
                  <a:cubicBezTo>
                    <a:pt x="6061" y="3990"/>
                    <a:pt x="6537" y="4168"/>
                    <a:pt x="7002" y="4168"/>
                  </a:cubicBezTo>
                  <a:cubicBezTo>
                    <a:pt x="7454" y="4168"/>
                    <a:pt x="7930" y="3990"/>
                    <a:pt x="8288" y="3632"/>
                  </a:cubicBezTo>
                  <a:cubicBezTo>
                    <a:pt x="9026" y="2930"/>
                    <a:pt x="9026" y="1775"/>
                    <a:pt x="8311" y="1061"/>
                  </a:cubicBezTo>
                  <a:cubicBezTo>
                    <a:pt x="7954" y="703"/>
                    <a:pt x="7481" y="525"/>
                    <a:pt x="7008" y="525"/>
                  </a:cubicBezTo>
                  <a:cubicBezTo>
                    <a:pt x="6534" y="525"/>
                    <a:pt x="6061" y="703"/>
                    <a:pt x="5704" y="1061"/>
                  </a:cubicBezTo>
                  <a:cubicBezTo>
                    <a:pt x="5287" y="1477"/>
                    <a:pt x="5109" y="2037"/>
                    <a:pt x="5180" y="2573"/>
                  </a:cubicBezTo>
                  <a:lnTo>
                    <a:pt x="4894" y="2573"/>
                  </a:lnTo>
                  <a:cubicBezTo>
                    <a:pt x="4954" y="1906"/>
                    <a:pt x="4739" y="1203"/>
                    <a:pt x="4227" y="680"/>
                  </a:cubicBezTo>
                  <a:cubicBezTo>
                    <a:pt x="3775" y="227"/>
                    <a:pt x="3177" y="1"/>
                    <a:pt x="25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37;p51">
              <a:extLst>
                <a:ext uri="{FF2B5EF4-FFF2-40B4-BE49-F238E27FC236}">
                  <a16:creationId xmlns:a16="http://schemas.microsoft.com/office/drawing/2014/main" id="{EEC2E9CA-556F-4B61-A947-1AECE1B4D452}"/>
                </a:ext>
              </a:extLst>
            </p:cNvPr>
            <p:cNvSpPr/>
            <p:nvPr/>
          </p:nvSpPr>
          <p:spPr>
            <a:xfrm>
              <a:off x="5336356" y="2524987"/>
              <a:ext cx="56836" cy="56836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334"/>
                  </a:moveTo>
                  <a:cubicBezTo>
                    <a:pt x="1203" y="334"/>
                    <a:pt x="1465" y="584"/>
                    <a:pt x="1465" y="893"/>
                  </a:cubicBezTo>
                  <a:cubicBezTo>
                    <a:pt x="1465" y="1215"/>
                    <a:pt x="1203" y="1465"/>
                    <a:pt x="894" y="1465"/>
                  </a:cubicBezTo>
                  <a:cubicBezTo>
                    <a:pt x="584" y="1465"/>
                    <a:pt x="334" y="1215"/>
                    <a:pt x="334" y="893"/>
                  </a:cubicBezTo>
                  <a:cubicBezTo>
                    <a:pt x="334" y="584"/>
                    <a:pt x="584" y="334"/>
                    <a:pt x="894" y="334"/>
                  </a:cubicBezTo>
                  <a:close/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94"/>
                    <a:pt x="405" y="1786"/>
                    <a:pt x="894" y="1786"/>
                  </a:cubicBezTo>
                  <a:cubicBezTo>
                    <a:pt x="1394" y="1786"/>
                    <a:pt x="1787" y="1394"/>
                    <a:pt x="1787" y="893"/>
                  </a:cubicBezTo>
                  <a:cubicBezTo>
                    <a:pt x="1787" y="405"/>
                    <a:pt x="1394" y="0"/>
                    <a:pt x="8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38;p51">
              <a:extLst>
                <a:ext uri="{FF2B5EF4-FFF2-40B4-BE49-F238E27FC236}">
                  <a16:creationId xmlns:a16="http://schemas.microsoft.com/office/drawing/2014/main" id="{FB93CF29-42E3-44C7-AB22-1B1883A3EE48}"/>
                </a:ext>
              </a:extLst>
            </p:cNvPr>
            <p:cNvSpPr/>
            <p:nvPr/>
          </p:nvSpPr>
          <p:spPr>
            <a:xfrm>
              <a:off x="5486699" y="2534083"/>
              <a:ext cx="38643" cy="39025"/>
            </a:xfrm>
            <a:custGeom>
              <a:avLst/>
              <a:gdLst/>
              <a:ahLst/>
              <a:cxnLst/>
              <a:rect l="l" t="t" r="r" b="b"/>
              <a:pathLst>
                <a:path w="1215" h="1227" extrusionOk="0">
                  <a:moveTo>
                    <a:pt x="608" y="334"/>
                  </a:moveTo>
                  <a:cubicBezTo>
                    <a:pt x="762" y="334"/>
                    <a:pt x="893" y="465"/>
                    <a:pt x="893" y="607"/>
                  </a:cubicBezTo>
                  <a:cubicBezTo>
                    <a:pt x="905" y="774"/>
                    <a:pt x="774" y="893"/>
                    <a:pt x="608" y="893"/>
                  </a:cubicBezTo>
                  <a:cubicBezTo>
                    <a:pt x="441" y="893"/>
                    <a:pt x="322" y="762"/>
                    <a:pt x="322" y="607"/>
                  </a:cubicBezTo>
                  <a:cubicBezTo>
                    <a:pt x="322" y="465"/>
                    <a:pt x="453" y="334"/>
                    <a:pt x="608" y="334"/>
                  </a:cubicBezTo>
                  <a:close/>
                  <a:moveTo>
                    <a:pt x="608" y="0"/>
                  </a:moveTo>
                  <a:cubicBezTo>
                    <a:pt x="262" y="0"/>
                    <a:pt x="0" y="274"/>
                    <a:pt x="0" y="607"/>
                  </a:cubicBezTo>
                  <a:cubicBezTo>
                    <a:pt x="0" y="953"/>
                    <a:pt x="262" y="1227"/>
                    <a:pt x="608" y="1227"/>
                  </a:cubicBezTo>
                  <a:cubicBezTo>
                    <a:pt x="941" y="1227"/>
                    <a:pt x="1215" y="953"/>
                    <a:pt x="1215" y="607"/>
                  </a:cubicBezTo>
                  <a:cubicBezTo>
                    <a:pt x="1215" y="274"/>
                    <a:pt x="941" y="0"/>
                    <a:pt x="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39;p51">
              <a:extLst>
                <a:ext uri="{FF2B5EF4-FFF2-40B4-BE49-F238E27FC236}">
                  <a16:creationId xmlns:a16="http://schemas.microsoft.com/office/drawing/2014/main" id="{90D4716F-F50E-4B83-AACA-A04F71CD7C94}"/>
                </a:ext>
              </a:extLst>
            </p:cNvPr>
            <p:cNvSpPr/>
            <p:nvPr/>
          </p:nvSpPr>
          <p:spPr>
            <a:xfrm>
              <a:off x="5466248" y="2638594"/>
              <a:ext cx="61384" cy="61765"/>
            </a:xfrm>
            <a:custGeom>
              <a:avLst/>
              <a:gdLst/>
              <a:ahLst/>
              <a:cxnLst/>
              <a:rect l="l" t="t" r="r" b="b"/>
              <a:pathLst>
                <a:path w="1930" h="1942" extrusionOk="0">
                  <a:moveTo>
                    <a:pt x="1608" y="310"/>
                  </a:moveTo>
                  <a:lnTo>
                    <a:pt x="1608" y="1596"/>
                  </a:lnTo>
                  <a:lnTo>
                    <a:pt x="322" y="1596"/>
                  </a:lnTo>
                  <a:lnTo>
                    <a:pt x="322" y="310"/>
                  </a:lnTo>
                  <a:close/>
                  <a:moveTo>
                    <a:pt x="239" y="0"/>
                  </a:moveTo>
                  <a:cubicBezTo>
                    <a:pt x="96" y="0"/>
                    <a:pt x="0" y="108"/>
                    <a:pt x="0" y="238"/>
                  </a:cubicBezTo>
                  <a:lnTo>
                    <a:pt x="0" y="1703"/>
                  </a:lnTo>
                  <a:cubicBezTo>
                    <a:pt x="0" y="1834"/>
                    <a:pt x="108" y="1941"/>
                    <a:pt x="239" y="1941"/>
                  </a:cubicBezTo>
                  <a:lnTo>
                    <a:pt x="1691" y="1941"/>
                  </a:lnTo>
                  <a:cubicBezTo>
                    <a:pt x="1834" y="1941"/>
                    <a:pt x="1929" y="1834"/>
                    <a:pt x="1929" y="1703"/>
                  </a:cubicBezTo>
                  <a:lnTo>
                    <a:pt x="1929" y="238"/>
                  </a:lnTo>
                  <a:cubicBezTo>
                    <a:pt x="1929" y="108"/>
                    <a:pt x="1834" y="0"/>
                    <a:pt x="1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40;p51">
              <a:extLst>
                <a:ext uri="{FF2B5EF4-FFF2-40B4-BE49-F238E27FC236}">
                  <a16:creationId xmlns:a16="http://schemas.microsoft.com/office/drawing/2014/main" id="{09DCBF1D-0C6E-49E9-9092-898ED6F0AD1C}"/>
                </a:ext>
              </a:extLst>
            </p:cNvPr>
            <p:cNvSpPr/>
            <p:nvPr/>
          </p:nvSpPr>
          <p:spPr>
            <a:xfrm>
              <a:off x="5316287" y="2582458"/>
              <a:ext cx="325683" cy="140228"/>
            </a:xfrm>
            <a:custGeom>
              <a:avLst/>
              <a:gdLst/>
              <a:ahLst/>
              <a:cxnLst/>
              <a:rect l="l" t="t" r="r" b="b"/>
              <a:pathLst>
                <a:path w="10240" h="4409" extrusionOk="0">
                  <a:moveTo>
                    <a:pt x="8311" y="1289"/>
                  </a:moveTo>
                  <a:lnTo>
                    <a:pt x="8311" y="2420"/>
                  </a:lnTo>
                  <a:lnTo>
                    <a:pt x="7633" y="2420"/>
                  </a:lnTo>
                  <a:lnTo>
                    <a:pt x="7633" y="1289"/>
                  </a:lnTo>
                  <a:close/>
                  <a:moveTo>
                    <a:pt x="9907" y="325"/>
                  </a:moveTo>
                  <a:lnTo>
                    <a:pt x="9907" y="337"/>
                  </a:lnTo>
                  <a:lnTo>
                    <a:pt x="9907" y="3397"/>
                  </a:lnTo>
                  <a:lnTo>
                    <a:pt x="9895" y="3408"/>
                  </a:lnTo>
                  <a:lnTo>
                    <a:pt x="8656" y="3063"/>
                  </a:lnTo>
                  <a:cubicBezTo>
                    <a:pt x="8656" y="3063"/>
                    <a:pt x="8645" y="3063"/>
                    <a:pt x="8645" y="3051"/>
                  </a:cubicBezTo>
                  <a:lnTo>
                    <a:pt x="8645" y="2587"/>
                  </a:lnTo>
                  <a:lnTo>
                    <a:pt x="8645" y="1146"/>
                  </a:lnTo>
                  <a:lnTo>
                    <a:pt x="8645" y="682"/>
                  </a:lnTo>
                  <a:cubicBezTo>
                    <a:pt x="8645" y="682"/>
                    <a:pt x="8645" y="670"/>
                    <a:pt x="8656" y="670"/>
                  </a:cubicBezTo>
                  <a:lnTo>
                    <a:pt x="9895" y="325"/>
                  </a:lnTo>
                  <a:close/>
                  <a:moveTo>
                    <a:pt x="9887" y="1"/>
                  </a:moveTo>
                  <a:cubicBezTo>
                    <a:pt x="9858" y="1"/>
                    <a:pt x="9829" y="5"/>
                    <a:pt x="9799" y="15"/>
                  </a:cubicBezTo>
                  <a:lnTo>
                    <a:pt x="8573" y="360"/>
                  </a:lnTo>
                  <a:cubicBezTo>
                    <a:pt x="8418" y="396"/>
                    <a:pt x="8311" y="539"/>
                    <a:pt x="8311" y="682"/>
                  </a:cubicBezTo>
                  <a:lnTo>
                    <a:pt x="8311" y="980"/>
                  </a:lnTo>
                  <a:lnTo>
                    <a:pt x="7633" y="980"/>
                  </a:lnTo>
                  <a:lnTo>
                    <a:pt x="7633" y="741"/>
                  </a:lnTo>
                  <a:cubicBezTo>
                    <a:pt x="7633" y="658"/>
                    <a:pt x="7561" y="575"/>
                    <a:pt x="7466" y="575"/>
                  </a:cubicBezTo>
                  <a:cubicBezTo>
                    <a:pt x="7382" y="575"/>
                    <a:pt x="7299" y="658"/>
                    <a:pt x="7299" y="741"/>
                  </a:cubicBezTo>
                  <a:lnTo>
                    <a:pt x="7299" y="1146"/>
                  </a:lnTo>
                  <a:lnTo>
                    <a:pt x="7299" y="2587"/>
                  </a:lnTo>
                  <a:lnTo>
                    <a:pt x="7299" y="4004"/>
                  </a:lnTo>
                  <a:cubicBezTo>
                    <a:pt x="7299" y="4051"/>
                    <a:pt x="7263" y="4087"/>
                    <a:pt x="7216" y="4087"/>
                  </a:cubicBezTo>
                  <a:lnTo>
                    <a:pt x="417" y="4087"/>
                  </a:lnTo>
                  <a:cubicBezTo>
                    <a:pt x="370" y="4087"/>
                    <a:pt x="322" y="4051"/>
                    <a:pt x="322" y="4004"/>
                  </a:cubicBezTo>
                  <a:lnTo>
                    <a:pt x="322" y="1503"/>
                  </a:lnTo>
                  <a:cubicBezTo>
                    <a:pt x="322" y="1408"/>
                    <a:pt x="251" y="1337"/>
                    <a:pt x="155" y="1337"/>
                  </a:cubicBezTo>
                  <a:cubicBezTo>
                    <a:pt x="72" y="1337"/>
                    <a:pt x="1" y="1408"/>
                    <a:pt x="1" y="1503"/>
                  </a:cubicBezTo>
                  <a:lnTo>
                    <a:pt x="1" y="4004"/>
                  </a:lnTo>
                  <a:cubicBezTo>
                    <a:pt x="1" y="4230"/>
                    <a:pt x="179" y="4409"/>
                    <a:pt x="394" y="4409"/>
                  </a:cubicBezTo>
                  <a:lnTo>
                    <a:pt x="7216" y="4409"/>
                  </a:lnTo>
                  <a:cubicBezTo>
                    <a:pt x="7442" y="4409"/>
                    <a:pt x="7621" y="4230"/>
                    <a:pt x="7621" y="4004"/>
                  </a:cubicBezTo>
                  <a:lnTo>
                    <a:pt x="7621" y="2754"/>
                  </a:lnTo>
                  <a:lnTo>
                    <a:pt x="8299" y="2754"/>
                  </a:lnTo>
                  <a:lnTo>
                    <a:pt x="8299" y="3051"/>
                  </a:lnTo>
                  <a:cubicBezTo>
                    <a:pt x="8299" y="3194"/>
                    <a:pt x="8406" y="3337"/>
                    <a:pt x="8549" y="3373"/>
                  </a:cubicBezTo>
                  <a:lnTo>
                    <a:pt x="9788" y="3718"/>
                  </a:lnTo>
                  <a:cubicBezTo>
                    <a:pt x="9823" y="3730"/>
                    <a:pt x="9847" y="3730"/>
                    <a:pt x="9883" y="3730"/>
                  </a:cubicBezTo>
                  <a:cubicBezTo>
                    <a:pt x="9954" y="3730"/>
                    <a:pt x="10026" y="3706"/>
                    <a:pt x="10085" y="3658"/>
                  </a:cubicBezTo>
                  <a:cubicBezTo>
                    <a:pt x="10180" y="3599"/>
                    <a:pt x="10216" y="3492"/>
                    <a:pt x="10216" y="3397"/>
                  </a:cubicBezTo>
                  <a:lnTo>
                    <a:pt x="10216" y="337"/>
                  </a:lnTo>
                  <a:cubicBezTo>
                    <a:pt x="10240" y="241"/>
                    <a:pt x="10169" y="134"/>
                    <a:pt x="10097" y="75"/>
                  </a:cubicBezTo>
                  <a:cubicBezTo>
                    <a:pt x="10037" y="32"/>
                    <a:pt x="9964" y="1"/>
                    <a:pt x="98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6668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5EC6667D-D47A-4977-82A5-142B2CB31721}"/>
              </a:ext>
            </a:extLst>
          </p:cNvPr>
          <p:cNvSpPr txBox="1"/>
          <p:nvPr/>
        </p:nvSpPr>
        <p:spPr>
          <a:xfrm>
            <a:off x="4139165" y="3869293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Cada </a:t>
            </a:r>
            <a:r>
              <a:rPr lang="es-AR" sz="1800" dirty="0" err="1">
                <a:latin typeface="Anybody" panose="020B0604020202020204" charset="0"/>
              </a:rPr>
              <a:t>frame</a:t>
            </a:r>
            <a:endParaRPr lang="es-AR" sz="1800" dirty="0">
              <a:latin typeface="Anybody" panose="020B0604020202020204" charset="0"/>
            </a:endParaRPr>
          </a:p>
        </p:txBody>
      </p:sp>
      <p:grpSp>
        <p:nvGrpSpPr>
          <p:cNvPr id="17" name="Google Shape;2223;p51">
            <a:extLst>
              <a:ext uri="{FF2B5EF4-FFF2-40B4-BE49-F238E27FC236}">
                <a16:creationId xmlns:a16="http://schemas.microsoft.com/office/drawing/2014/main" id="{09402C21-A795-4C10-A1C8-AEB3286098A6}"/>
              </a:ext>
            </a:extLst>
          </p:cNvPr>
          <p:cNvGrpSpPr/>
          <p:nvPr/>
        </p:nvGrpSpPr>
        <p:grpSpPr>
          <a:xfrm>
            <a:off x="4081737" y="2093668"/>
            <a:ext cx="1590125" cy="1081080"/>
            <a:chOff x="5283337" y="2478774"/>
            <a:chExt cx="358633" cy="243913"/>
          </a:xfrm>
          <a:solidFill>
            <a:schemeClr val="bg1">
              <a:lumMod val="25000"/>
            </a:schemeClr>
          </a:solidFill>
        </p:grpSpPr>
        <p:sp>
          <p:nvSpPr>
            <p:cNvPr id="18" name="Google Shape;2224;p51">
              <a:extLst>
                <a:ext uri="{FF2B5EF4-FFF2-40B4-BE49-F238E27FC236}">
                  <a16:creationId xmlns:a16="http://schemas.microsoft.com/office/drawing/2014/main" id="{79C592E2-44B9-4378-A311-DD8C5B1F90A2}"/>
                </a:ext>
              </a:extLst>
            </p:cNvPr>
            <p:cNvSpPr/>
            <p:nvPr/>
          </p:nvSpPr>
          <p:spPr>
            <a:xfrm>
              <a:off x="5386735" y="2511056"/>
              <a:ext cx="21596" cy="20387"/>
            </a:xfrm>
            <a:custGeom>
              <a:avLst/>
              <a:gdLst/>
              <a:ahLst/>
              <a:cxnLst/>
              <a:rect l="l" t="t" r="r" b="b"/>
              <a:pathLst>
                <a:path w="679" h="641" extrusionOk="0">
                  <a:moveTo>
                    <a:pt x="494" y="1"/>
                  </a:moveTo>
                  <a:cubicBezTo>
                    <a:pt x="453" y="1"/>
                    <a:pt x="411" y="16"/>
                    <a:pt x="381" y="46"/>
                  </a:cubicBezTo>
                  <a:lnTo>
                    <a:pt x="60" y="367"/>
                  </a:lnTo>
                  <a:cubicBezTo>
                    <a:pt x="0" y="427"/>
                    <a:pt x="0" y="534"/>
                    <a:pt x="60" y="593"/>
                  </a:cubicBezTo>
                  <a:cubicBezTo>
                    <a:pt x="84" y="617"/>
                    <a:pt x="131" y="641"/>
                    <a:pt x="179" y="641"/>
                  </a:cubicBezTo>
                  <a:cubicBezTo>
                    <a:pt x="214" y="641"/>
                    <a:pt x="262" y="617"/>
                    <a:pt x="298" y="593"/>
                  </a:cubicBezTo>
                  <a:lnTo>
                    <a:pt x="619" y="260"/>
                  </a:lnTo>
                  <a:cubicBezTo>
                    <a:pt x="679" y="200"/>
                    <a:pt x="679" y="105"/>
                    <a:pt x="607" y="46"/>
                  </a:cubicBezTo>
                  <a:cubicBezTo>
                    <a:pt x="578" y="16"/>
                    <a:pt x="536" y="1"/>
                    <a:pt x="4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25;p51">
              <a:extLst>
                <a:ext uri="{FF2B5EF4-FFF2-40B4-BE49-F238E27FC236}">
                  <a16:creationId xmlns:a16="http://schemas.microsoft.com/office/drawing/2014/main" id="{F3F5E44C-1417-4744-A16A-F72B1F519CF3}"/>
                </a:ext>
              </a:extLst>
            </p:cNvPr>
            <p:cNvSpPr/>
            <p:nvPr/>
          </p:nvSpPr>
          <p:spPr>
            <a:xfrm>
              <a:off x="5321599" y="2575811"/>
              <a:ext cx="21977" cy="20387"/>
            </a:xfrm>
            <a:custGeom>
              <a:avLst/>
              <a:gdLst/>
              <a:ahLst/>
              <a:cxnLst/>
              <a:rect l="l" t="t" r="r" b="b"/>
              <a:pathLst>
                <a:path w="691" h="641" extrusionOk="0">
                  <a:moveTo>
                    <a:pt x="506" y="1"/>
                  </a:moveTo>
                  <a:cubicBezTo>
                    <a:pt x="465" y="1"/>
                    <a:pt x="423" y="16"/>
                    <a:pt x="393" y="46"/>
                  </a:cubicBezTo>
                  <a:lnTo>
                    <a:pt x="72" y="367"/>
                  </a:lnTo>
                  <a:cubicBezTo>
                    <a:pt x="0" y="427"/>
                    <a:pt x="0" y="534"/>
                    <a:pt x="72" y="593"/>
                  </a:cubicBezTo>
                  <a:cubicBezTo>
                    <a:pt x="96" y="629"/>
                    <a:pt x="143" y="641"/>
                    <a:pt x="179" y="641"/>
                  </a:cubicBezTo>
                  <a:cubicBezTo>
                    <a:pt x="227" y="641"/>
                    <a:pt x="274" y="629"/>
                    <a:pt x="298" y="593"/>
                  </a:cubicBezTo>
                  <a:lnTo>
                    <a:pt x="631" y="272"/>
                  </a:lnTo>
                  <a:cubicBezTo>
                    <a:pt x="691" y="212"/>
                    <a:pt x="691" y="105"/>
                    <a:pt x="619" y="46"/>
                  </a:cubicBezTo>
                  <a:cubicBezTo>
                    <a:pt x="590" y="16"/>
                    <a:pt x="548" y="1"/>
                    <a:pt x="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26;p51">
              <a:extLst>
                <a:ext uri="{FF2B5EF4-FFF2-40B4-BE49-F238E27FC236}">
                  <a16:creationId xmlns:a16="http://schemas.microsoft.com/office/drawing/2014/main" id="{CD517743-1CED-4AC5-9DAB-0BFE4DCF9FC7}"/>
                </a:ext>
              </a:extLst>
            </p:cNvPr>
            <p:cNvSpPr/>
            <p:nvPr/>
          </p:nvSpPr>
          <p:spPr>
            <a:xfrm>
              <a:off x="5386735" y="2575811"/>
              <a:ext cx="21596" cy="20387"/>
            </a:xfrm>
            <a:custGeom>
              <a:avLst/>
              <a:gdLst/>
              <a:ahLst/>
              <a:cxnLst/>
              <a:rect l="l" t="t" r="r" b="b"/>
              <a:pathLst>
                <a:path w="679" h="641" extrusionOk="0">
                  <a:moveTo>
                    <a:pt x="168" y="1"/>
                  </a:moveTo>
                  <a:cubicBezTo>
                    <a:pt x="128" y="1"/>
                    <a:pt x="89" y="16"/>
                    <a:pt x="60" y="46"/>
                  </a:cubicBezTo>
                  <a:cubicBezTo>
                    <a:pt x="0" y="105"/>
                    <a:pt x="0" y="212"/>
                    <a:pt x="60" y="272"/>
                  </a:cubicBezTo>
                  <a:lnTo>
                    <a:pt x="381" y="593"/>
                  </a:lnTo>
                  <a:cubicBezTo>
                    <a:pt x="417" y="629"/>
                    <a:pt x="465" y="641"/>
                    <a:pt x="500" y="641"/>
                  </a:cubicBezTo>
                  <a:cubicBezTo>
                    <a:pt x="548" y="641"/>
                    <a:pt x="595" y="629"/>
                    <a:pt x="619" y="593"/>
                  </a:cubicBezTo>
                  <a:cubicBezTo>
                    <a:pt x="679" y="534"/>
                    <a:pt x="679" y="427"/>
                    <a:pt x="607" y="367"/>
                  </a:cubicBezTo>
                  <a:lnTo>
                    <a:pt x="286" y="46"/>
                  </a:lnTo>
                  <a:cubicBezTo>
                    <a:pt x="250" y="16"/>
                    <a:pt x="209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27;p51">
              <a:extLst>
                <a:ext uri="{FF2B5EF4-FFF2-40B4-BE49-F238E27FC236}">
                  <a16:creationId xmlns:a16="http://schemas.microsoft.com/office/drawing/2014/main" id="{9793F02F-B002-4825-9010-9FAB5BFDB3CB}"/>
                </a:ext>
              </a:extLst>
            </p:cNvPr>
            <p:cNvSpPr/>
            <p:nvPr/>
          </p:nvSpPr>
          <p:spPr>
            <a:xfrm>
              <a:off x="5321599" y="2511056"/>
              <a:ext cx="21977" cy="20387"/>
            </a:xfrm>
            <a:custGeom>
              <a:avLst/>
              <a:gdLst/>
              <a:ahLst/>
              <a:cxnLst/>
              <a:rect l="l" t="t" r="r" b="b"/>
              <a:pathLst>
                <a:path w="691" h="641" extrusionOk="0">
                  <a:moveTo>
                    <a:pt x="179" y="1"/>
                  </a:moveTo>
                  <a:cubicBezTo>
                    <a:pt x="140" y="1"/>
                    <a:pt x="101" y="16"/>
                    <a:pt x="72" y="46"/>
                  </a:cubicBezTo>
                  <a:cubicBezTo>
                    <a:pt x="0" y="105"/>
                    <a:pt x="0" y="200"/>
                    <a:pt x="72" y="260"/>
                  </a:cubicBezTo>
                  <a:lnTo>
                    <a:pt x="393" y="593"/>
                  </a:lnTo>
                  <a:cubicBezTo>
                    <a:pt x="429" y="617"/>
                    <a:pt x="465" y="641"/>
                    <a:pt x="512" y="641"/>
                  </a:cubicBezTo>
                  <a:cubicBezTo>
                    <a:pt x="560" y="641"/>
                    <a:pt x="596" y="617"/>
                    <a:pt x="631" y="593"/>
                  </a:cubicBezTo>
                  <a:cubicBezTo>
                    <a:pt x="691" y="534"/>
                    <a:pt x="691" y="427"/>
                    <a:pt x="619" y="367"/>
                  </a:cubicBezTo>
                  <a:lnTo>
                    <a:pt x="286" y="46"/>
                  </a:lnTo>
                  <a:cubicBezTo>
                    <a:pt x="256" y="16"/>
                    <a:pt x="218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28;p51">
              <a:extLst>
                <a:ext uri="{FF2B5EF4-FFF2-40B4-BE49-F238E27FC236}">
                  <a16:creationId xmlns:a16="http://schemas.microsoft.com/office/drawing/2014/main" id="{D072D037-1F3C-440A-84CC-FD229C41BA3A}"/>
                </a:ext>
              </a:extLst>
            </p:cNvPr>
            <p:cNvSpPr/>
            <p:nvPr/>
          </p:nvSpPr>
          <p:spPr>
            <a:xfrm>
              <a:off x="5522670" y="2520916"/>
              <a:ext cx="17079" cy="15457"/>
            </a:xfrm>
            <a:custGeom>
              <a:avLst/>
              <a:gdLst/>
              <a:ahLst/>
              <a:cxnLst/>
              <a:rect l="l" t="t" r="r" b="b"/>
              <a:pathLst>
                <a:path w="537" h="486" extrusionOk="0">
                  <a:moveTo>
                    <a:pt x="346" y="0"/>
                  </a:moveTo>
                  <a:cubicBezTo>
                    <a:pt x="307" y="0"/>
                    <a:pt x="268" y="15"/>
                    <a:pt x="239" y="45"/>
                  </a:cubicBezTo>
                  <a:lnTo>
                    <a:pt x="60" y="224"/>
                  </a:lnTo>
                  <a:cubicBezTo>
                    <a:pt x="1" y="283"/>
                    <a:pt x="1" y="390"/>
                    <a:pt x="60" y="450"/>
                  </a:cubicBezTo>
                  <a:cubicBezTo>
                    <a:pt x="84" y="474"/>
                    <a:pt x="131" y="486"/>
                    <a:pt x="179" y="486"/>
                  </a:cubicBezTo>
                  <a:cubicBezTo>
                    <a:pt x="215" y="486"/>
                    <a:pt x="262" y="474"/>
                    <a:pt x="298" y="450"/>
                  </a:cubicBezTo>
                  <a:lnTo>
                    <a:pt x="477" y="271"/>
                  </a:lnTo>
                  <a:cubicBezTo>
                    <a:pt x="536" y="212"/>
                    <a:pt x="536" y="105"/>
                    <a:pt x="453" y="45"/>
                  </a:cubicBezTo>
                  <a:cubicBezTo>
                    <a:pt x="423" y="15"/>
                    <a:pt x="384" y="0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29;p51">
              <a:extLst>
                <a:ext uri="{FF2B5EF4-FFF2-40B4-BE49-F238E27FC236}">
                  <a16:creationId xmlns:a16="http://schemas.microsoft.com/office/drawing/2014/main" id="{ED8BDB72-C41E-4900-9C32-8441949FD773}"/>
                </a:ext>
              </a:extLst>
            </p:cNvPr>
            <p:cNvSpPr/>
            <p:nvPr/>
          </p:nvSpPr>
          <p:spPr>
            <a:xfrm>
              <a:off x="5473054" y="2570531"/>
              <a:ext cx="16698" cy="15839"/>
            </a:xfrm>
            <a:custGeom>
              <a:avLst/>
              <a:gdLst/>
              <a:ahLst/>
              <a:cxnLst/>
              <a:rect l="l" t="t" r="r" b="b"/>
              <a:pathLst>
                <a:path w="525" h="498" extrusionOk="0">
                  <a:moveTo>
                    <a:pt x="358" y="0"/>
                  </a:moveTo>
                  <a:cubicBezTo>
                    <a:pt x="319" y="0"/>
                    <a:pt x="281" y="15"/>
                    <a:pt x="251" y="45"/>
                  </a:cubicBezTo>
                  <a:lnTo>
                    <a:pt x="72" y="223"/>
                  </a:lnTo>
                  <a:cubicBezTo>
                    <a:pt x="1" y="283"/>
                    <a:pt x="1" y="390"/>
                    <a:pt x="72" y="450"/>
                  </a:cubicBezTo>
                  <a:cubicBezTo>
                    <a:pt x="96" y="473"/>
                    <a:pt x="144" y="497"/>
                    <a:pt x="179" y="497"/>
                  </a:cubicBezTo>
                  <a:cubicBezTo>
                    <a:pt x="227" y="497"/>
                    <a:pt x="275" y="473"/>
                    <a:pt x="298" y="450"/>
                  </a:cubicBezTo>
                  <a:lnTo>
                    <a:pt x="477" y="271"/>
                  </a:lnTo>
                  <a:cubicBezTo>
                    <a:pt x="525" y="212"/>
                    <a:pt x="525" y="104"/>
                    <a:pt x="465" y="45"/>
                  </a:cubicBezTo>
                  <a:cubicBezTo>
                    <a:pt x="435" y="15"/>
                    <a:pt x="397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30;p51">
              <a:extLst>
                <a:ext uri="{FF2B5EF4-FFF2-40B4-BE49-F238E27FC236}">
                  <a16:creationId xmlns:a16="http://schemas.microsoft.com/office/drawing/2014/main" id="{8385CB2D-924D-456F-8962-DD060D6B4883}"/>
                </a:ext>
              </a:extLst>
            </p:cNvPr>
            <p:cNvSpPr/>
            <p:nvPr/>
          </p:nvSpPr>
          <p:spPr>
            <a:xfrm>
              <a:off x="5522670" y="2570531"/>
              <a:ext cx="17079" cy="15839"/>
            </a:xfrm>
            <a:custGeom>
              <a:avLst/>
              <a:gdLst/>
              <a:ahLst/>
              <a:cxnLst/>
              <a:rect l="l" t="t" r="r" b="b"/>
              <a:pathLst>
                <a:path w="537" h="498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12"/>
                    <a:pt x="60" y="271"/>
                  </a:cubicBezTo>
                  <a:lnTo>
                    <a:pt x="239" y="450"/>
                  </a:lnTo>
                  <a:cubicBezTo>
                    <a:pt x="262" y="473"/>
                    <a:pt x="310" y="497"/>
                    <a:pt x="358" y="497"/>
                  </a:cubicBezTo>
                  <a:cubicBezTo>
                    <a:pt x="393" y="497"/>
                    <a:pt x="441" y="473"/>
                    <a:pt x="477" y="450"/>
                  </a:cubicBezTo>
                  <a:cubicBezTo>
                    <a:pt x="536" y="390"/>
                    <a:pt x="536" y="283"/>
                    <a:pt x="453" y="223"/>
                  </a:cubicBezTo>
                  <a:lnTo>
                    <a:pt x="274" y="45"/>
                  </a:ln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31;p51">
              <a:extLst>
                <a:ext uri="{FF2B5EF4-FFF2-40B4-BE49-F238E27FC236}">
                  <a16:creationId xmlns:a16="http://schemas.microsoft.com/office/drawing/2014/main" id="{07537249-716C-4D62-AF8C-678B7C79B533}"/>
                </a:ext>
              </a:extLst>
            </p:cNvPr>
            <p:cNvSpPr/>
            <p:nvPr/>
          </p:nvSpPr>
          <p:spPr>
            <a:xfrm>
              <a:off x="5473054" y="2520916"/>
              <a:ext cx="16698" cy="15457"/>
            </a:xfrm>
            <a:custGeom>
              <a:avLst/>
              <a:gdLst/>
              <a:ahLst/>
              <a:cxnLst/>
              <a:rect l="l" t="t" r="r" b="b"/>
              <a:pathLst>
                <a:path w="525" h="486" extrusionOk="0">
                  <a:moveTo>
                    <a:pt x="179" y="0"/>
                  </a:moveTo>
                  <a:cubicBezTo>
                    <a:pt x="141" y="0"/>
                    <a:pt x="102" y="15"/>
                    <a:pt x="72" y="45"/>
                  </a:cubicBezTo>
                  <a:cubicBezTo>
                    <a:pt x="1" y="105"/>
                    <a:pt x="1" y="212"/>
                    <a:pt x="72" y="271"/>
                  </a:cubicBezTo>
                  <a:lnTo>
                    <a:pt x="251" y="450"/>
                  </a:lnTo>
                  <a:cubicBezTo>
                    <a:pt x="275" y="474"/>
                    <a:pt x="322" y="486"/>
                    <a:pt x="370" y="486"/>
                  </a:cubicBezTo>
                  <a:cubicBezTo>
                    <a:pt x="406" y="486"/>
                    <a:pt x="453" y="474"/>
                    <a:pt x="477" y="450"/>
                  </a:cubicBezTo>
                  <a:cubicBezTo>
                    <a:pt x="525" y="390"/>
                    <a:pt x="525" y="283"/>
                    <a:pt x="465" y="224"/>
                  </a:cubicBezTo>
                  <a:lnTo>
                    <a:pt x="287" y="45"/>
                  </a:lnTo>
                  <a:cubicBezTo>
                    <a:pt x="257" y="15"/>
                    <a:pt x="218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232;p51">
              <a:extLst>
                <a:ext uri="{FF2B5EF4-FFF2-40B4-BE49-F238E27FC236}">
                  <a16:creationId xmlns:a16="http://schemas.microsoft.com/office/drawing/2014/main" id="{345D5A81-EE0F-4414-B684-FEE6F7A07254}"/>
                </a:ext>
              </a:extLst>
            </p:cNvPr>
            <p:cNvSpPr/>
            <p:nvPr/>
          </p:nvSpPr>
          <p:spPr>
            <a:xfrm>
              <a:off x="5343926" y="2638594"/>
              <a:ext cx="95860" cy="10623"/>
            </a:xfrm>
            <a:custGeom>
              <a:avLst/>
              <a:gdLst/>
              <a:ahLst/>
              <a:cxnLst/>
              <a:rect l="l" t="t" r="r" b="b"/>
              <a:pathLst>
                <a:path w="3014" h="334" extrusionOk="0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cubicBezTo>
                    <a:pt x="1" y="262"/>
                    <a:pt x="84" y="334"/>
                    <a:pt x="167" y="334"/>
                  </a:cubicBezTo>
                  <a:lnTo>
                    <a:pt x="2846" y="334"/>
                  </a:lnTo>
                  <a:cubicBezTo>
                    <a:pt x="2942" y="334"/>
                    <a:pt x="3013" y="262"/>
                    <a:pt x="3013" y="167"/>
                  </a:cubicBezTo>
                  <a:cubicBezTo>
                    <a:pt x="3013" y="84"/>
                    <a:pt x="2942" y="0"/>
                    <a:pt x="2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233;p51">
              <a:extLst>
                <a:ext uri="{FF2B5EF4-FFF2-40B4-BE49-F238E27FC236}">
                  <a16:creationId xmlns:a16="http://schemas.microsoft.com/office/drawing/2014/main" id="{E09557DB-3B1A-40B0-BBE6-057DD2B4D115}"/>
                </a:ext>
              </a:extLst>
            </p:cNvPr>
            <p:cNvSpPr/>
            <p:nvPr/>
          </p:nvSpPr>
          <p:spPr>
            <a:xfrm>
              <a:off x="5343926" y="2689323"/>
              <a:ext cx="20482" cy="10655"/>
            </a:xfrm>
            <a:custGeom>
              <a:avLst/>
              <a:gdLst/>
              <a:ahLst/>
              <a:cxnLst/>
              <a:rect l="l" t="t" r="r" b="b"/>
              <a:pathLst>
                <a:path w="644" h="335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477" y="334"/>
                  </a:lnTo>
                  <a:cubicBezTo>
                    <a:pt x="572" y="334"/>
                    <a:pt x="644" y="251"/>
                    <a:pt x="644" y="167"/>
                  </a:cubicBezTo>
                  <a:cubicBezTo>
                    <a:pt x="644" y="72"/>
                    <a:pt x="572" y="1"/>
                    <a:pt x="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234;p51">
              <a:extLst>
                <a:ext uri="{FF2B5EF4-FFF2-40B4-BE49-F238E27FC236}">
                  <a16:creationId xmlns:a16="http://schemas.microsoft.com/office/drawing/2014/main" id="{45E3AD1A-3FDD-4467-B81C-8628571375D8}"/>
                </a:ext>
              </a:extLst>
            </p:cNvPr>
            <p:cNvSpPr/>
            <p:nvPr/>
          </p:nvSpPr>
          <p:spPr>
            <a:xfrm>
              <a:off x="5378021" y="2689323"/>
              <a:ext cx="61765" cy="10655"/>
            </a:xfrm>
            <a:custGeom>
              <a:avLst/>
              <a:gdLst/>
              <a:ahLst/>
              <a:cxnLst/>
              <a:rect l="l" t="t" r="r" b="b"/>
              <a:pathLst>
                <a:path w="1942" h="335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774" y="334"/>
                  </a:lnTo>
                  <a:cubicBezTo>
                    <a:pt x="1870" y="334"/>
                    <a:pt x="1941" y="251"/>
                    <a:pt x="1941" y="167"/>
                  </a:cubicBezTo>
                  <a:cubicBezTo>
                    <a:pt x="1941" y="72"/>
                    <a:pt x="1870" y="1"/>
                    <a:pt x="17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235;p51">
              <a:extLst>
                <a:ext uri="{FF2B5EF4-FFF2-40B4-BE49-F238E27FC236}">
                  <a16:creationId xmlns:a16="http://schemas.microsoft.com/office/drawing/2014/main" id="{B4AB1D38-CD64-4261-B314-F63F5E0CA41B}"/>
                </a:ext>
              </a:extLst>
            </p:cNvPr>
            <p:cNvSpPr/>
            <p:nvPr/>
          </p:nvSpPr>
          <p:spPr>
            <a:xfrm>
              <a:off x="5343926" y="2663975"/>
              <a:ext cx="95860" cy="10241"/>
            </a:xfrm>
            <a:custGeom>
              <a:avLst/>
              <a:gdLst/>
              <a:ahLst/>
              <a:cxnLst/>
              <a:rect l="l" t="t" r="r" b="b"/>
              <a:pathLst>
                <a:path w="3014" h="322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2846" y="322"/>
                  </a:lnTo>
                  <a:cubicBezTo>
                    <a:pt x="2942" y="322"/>
                    <a:pt x="3013" y="250"/>
                    <a:pt x="3013" y="155"/>
                  </a:cubicBezTo>
                  <a:cubicBezTo>
                    <a:pt x="3013" y="72"/>
                    <a:pt x="2942" y="0"/>
                    <a:pt x="2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236;p51">
              <a:extLst>
                <a:ext uri="{FF2B5EF4-FFF2-40B4-BE49-F238E27FC236}">
                  <a16:creationId xmlns:a16="http://schemas.microsoft.com/office/drawing/2014/main" id="{897D02A9-3A96-400C-8CC6-503EF8D7ECCC}"/>
                </a:ext>
              </a:extLst>
            </p:cNvPr>
            <p:cNvSpPr/>
            <p:nvPr/>
          </p:nvSpPr>
          <p:spPr>
            <a:xfrm>
              <a:off x="5283337" y="2478774"/>
              <a:ext cx="287072" cy="149229"/>
            </a:xfrm>
            <a:custGeom>
              <a:avLst/>
              <a:gdLst/>
              <a:ahLst/>
              <a:cxnLst/>
              <a:rect l="l" t="t" r="r" b="b"/>
              <a:pathLst>
                <a:path w="9026" h="4692" extrusionOk="0">
                  <a:moveTo>
                    <a:pt x="7002" y="834"/>
                  </a:moveTo>
                  <a:cubicBezTo>
                    <a:pt x="7383" y="834"/>
                    <a:pt x="7776" y="977"/>
                    <a:pt x="8073" y="1275"/>
                  </a:cubicBezTo>
                  <a:cubicBezTo>
                    <a:pt x="8669" y="1870"/>
                    <a:pt x="8669" y="2823"/>
                    <a:pt x="8073" y="3418"/>
                  </a:cubicBezTo>
                  <a:cubicBezTo>
                    <a:pt x="7776" y="3716"/>
                    <a:pt x="7389" y="3864"/>
                    <a:pt x="7002" y="3864"/>
                  </a:cubicBezTo>
                  <a:cubicBezTo>
                    <a:pt x="6615" y="3864"/>
                    <a:pt x="6228" y="3716"/>
                    <a:pt x="5930" y="3418"/>
                  </a:cubicBezTo>
                  <a:cubicBezTo>
                    <a:pt x="5335" y="2823"/>
                    <a:pt x="5335" y="1870"/>
                    <a:pt x="5930" y="1275"/>
                  </a:cubicBezTo>
                  <a:cubicBezTo>
                    <a:pt x="6228" y="977"/>
                    <a:pt x="6609" y="834"/>
                    <a:pt x="7002" y="834"/>
                  </a:cubicBezTo>
                  <a:close/>
                  <a:moveTo>
                    <a:pt x="2561" y="322"/>
                  </a:moveTo>
                  <a:cubicBezTo>
                    <a:pt x="3084" y="322"/>
                    <a:pt x="3608" y="525"/>
                    <a:pt x="3989" y="918"/>
                  </a:cubicBezTo>
                  <a:cubicBezTo>
                    <a:pt x="4787" y="1715"/>
                    <a:pt x="4787" y="2989"/>
                    <a:pt x="3989" y="3775"/>
                  </a:cubicBezTo>
                  <a:cubicBezTo>
                    <a:pt x="3596" y="4174"/>
                    <a:pt x="3079" y="4373"/>
                    <a:pt x="2561" y="4373"/>
                  </a:cubicBezTo>
                  <a:cubicBezTo>
                    <a:pt x="2043" y="4373"/>
                    <a:pt x="1525" y="4174"/>
                    <a:pt x="1132" y="3775"/>
                  </a:cubicBezTo>
                  <a:cubicBezTo>
                    <a:pt x="346" y="2989"/>
                    <a:pt x="346" y="1715"/>
                    <a:pt x="1132" y="918"/>
                  </a:cubicBezTo>
                  <a:cubicBezTo>
                    <a:pt x="1525" y="537"/>
                    <a:pt x="2037" y="322"/>
                    <a:pt x="2561" y="322"/>
                  </a:cubicBezTo>
                  <a:close/>
                  <a:moveTo>
                    <a:pt x="2575" y="1"/>
                  </a:moveTo>
                  <a:cubicBezTo>
                    <a:pt x="1974" y="1"/>
                    <a:pt x="1370" y="227"/>
                    <a:pt x="906" y="680"/>
                  </a:cubicBezTo>
                  <a:cubicBezTo>
                    <a:pt x="1" y="1596"/>
                    <a:pt x="1" y="3085"/>
                    <a:pt x="906" y="4001"/>
                  </a:cubicBezTo>
                  <a:cubicBezTo>
                    <a:pt x="1370" y="4466"/>
                    <a:pt x="1965" y="4692"/>
                    <a:pt x="2561" y="4692"/>
                  </a:cubicBezTo>
                  <a:cubicBezTo>
                    <a:pt x="3156" y="4692"/>
                    <a:pt x="3763" y="4466"/>
                    <a:pt x="4216" y="4001"/>
                  </a:cubicBezTo>
                  <a:cubicBezTo>
                    <a:pt x="4525" y="3692"/>
                    <a:pt x="4739" y="3299"/>
                    <a:pt x="4835" y="2882"/>
                  </a:cubicBezTo>
                  <a:lnTo>
                    <a:pt x="5240" y="2882"/>
                  </a:lnTo>
                  <a:cubicBezTo>
                    <a:pt x="5335" y="3156"/>
                    <a:pt x="5478" y="3418"/>
                    <a:pt x="5704" y="3632"/>
                  </a:cubicBezTo>
                  <a:cubicBezTo>
                    <a:pt x="6061" y="3990"/>
                    <a:pt x="6537" y="4168"/>
                    <a:pt x="7002" y="4168"/>
                  </a:cubicBezTo>
                  <a:cubicBezTo>
                    <a:pt x="7454" y="4168"/>
                    <a:pt x="7930" y="3990"/>
                    <a:pt x="8288" y="3632"/>
                  </a:cubicBezTo>
                  <a:cubicBezTo>
                    <a:pt x="9026" y="2930"/>
                    <a:pt x="9026" y="1775"/>
                    <a:pt x="8311" y="1061"/>
                  </a:cubicBezTo>
                  <a:cubicBezTo>
                    <a:pt x="7954" y="703"/>
                    <a:pt x="7481" y="525"/>
                    <a:pt x="7008" y="525"/>
                  </a:cubicBezTo>
                  <a:cubicBezTo>
                    <a:pt x="6534" y="525"/>
                    <a:pt x="6061" y="703"/>
                    <a:pt x="5704" y="1061"/>
                  </a:cubicBezTo>
                  <a:cubicBezTo>
                    <a:pt x="5287" y="1477"/>
                    <a:pt x="5109" y="2037"/>
                    <a:pt x="5180" y="2573"/>
                  </a:cubicBezTo>
                  <a:lnTo>
                    <a:pt x="4894" y="2573"/>
                  </a:lnTo>
                  <a:cubicBezTo>
                    <a:pt x="4954" y="1906"/>
                    <a:pt x="4739" y="1203"/>
                    <a:pt x="4227" y="680"/>
                  </a:cubicBezTo>
                  <a:cubicBezTo>
                    <a:pt x="3775" y="227"/>
                    <a:pt x="3177" y="1"/>
                    <a:pt x="25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237;p51">
              <a:extLst>
                <a:ext uri="{FF2B5EF4-FFF2-40B4-BE49-F238E27FC236}">
                  <a16:creationId xmlns:a16="http://schemas.microsoft.com/office/drawing/2014/main" id="{44FC6BBF-B11D-4E1F-8C2D-9CC0662C1ED2}"/>
                </a:ext>
              </a:extLst>
            </p:cNvPr>
            <p:cNvSpPr/>
            <p:nvPr/>
          </p:nvSpPr>
          <p:spPr>
            <a:xfrm>
              <a:off x="5336356" y="2524987"/>
              <a:ext cx="56836" cy="56836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334"/>
                  </a:moveTo>
                  <a:cubicBezTo>
                    <a:pt x="1203" y="334"/>
                    <a:pt x="1465" y="584"/>
                    <a:pt x="1465" y="893"/>
                  </a:cubicBezTo>
                  <a:cubicBezTo>
                    <a:pt x="1465" y="1215"/>
                    <a:pt x="1203" y="1465"/>
                    <a:pt x="894" y="1465"/>
                  </a:cubicBezTo>
                  <a:cubicBezTo>
                    <a:pt x="584" y="1465"/>
                    <a:pt x="334" y="1215"/>
                    <a:pt x="334" y="893"/>
                  </a:cubicBezTo>
                  <a:cubicBezTo>
                    <a:pt x="334" y="584"/>
                    <a:pt x="584" y="334"/>
                    <a:pt x="894" y="334"/>
                  </a:cubicBezTo>
                  <a:close/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94"/>
                    <a:pt x="405" y="1786"/>
                    <a:pt x="894" y="1786"/>
                  </a:cubicBezTo>
                  <a:cubicBezTo>
                    <a:pt x="1394" y="1786"/>
                    <a:pt x="1787" y="1394"/>
                    <a:pt x="1787" y="893"/>
                  </a:cubicBezTo>
                  <a:cubicBezTo>
                    <a:pt x="1787" y="405"/>
                    <a:pt x="1394" y="0"/>
                    <a:pt x="8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238;p51">
              <a:extLst>
                <a:ext uri="{FF2B5EF4-FFF2-40B4-BE49-F238E27FC236}">
                  <a16:creationId xmlns:a16="http://schemas.microsoft.com/office/drawing/2014/main" id="{F24B5B8E-833B-443C-BD17-5226AE370C4E}"/>
                </a:ext>
              </a:extLst>
            </p:cNvPr>
            <p:cNvSpPr/>
            <p:nvPr/>
          </p:nvSpPr>
          <p:spPr>
            <a:xfrm>
              <a:off x="5486699" y="2534083"/>
              <a:ext cx="38643" cy="39025"/>
            </a:xfrm>
            <a:custGeom>
              <a:avLst/>
              <a:gdLst/>
              <a:ahLst/>
              <a:cxnLst/>
              <a:rect l="l" t="t" r="r" b="b"/>
              <a:pathLst>
                <a:path w="1215" h="1227" extrusionOk="0">
                  <a:moveTo>
                    <a:pt x="608" y="334"/>
                  </a:moveTo>
                  <a:cubicBezTo>
                    <a:pt x="762" y="334"/>
                    <a:pt x="893" y="465"/>
                    <a:pt x="893" y="607"/>
                  </a:cubicBezTo>
                  <a:cubicBezTo>
                    <a:pt x="905" y="774"/>
                    <a:pt x="774" y="893"/>
                    <a:pt x="608" y="893"/>
                  </a:cubicBezTo>
                  <a:cubicBezTo>
                    <a:pt x="441" y="893"/>
                    <a:pt x="322" y="762"/>
                    <a:pt x="322" y="607"/>
                  </a:cubicBezTo>
                  <a:cubicBezTo>
                    <a:pt x="322" y="465"/>
                    <a:pt x="453" y="334"/>
                    <a:pt x="608" y="334"/>
                  </a:cubicBezTo>
                  <a:close/>
                  <a:moveTo>
                    <a:pt x="608" y="0"/>
                  </a:moveTo>
                  <a:cubicBezTo>
                    <a:pt x="262" y="0"/>
                    <a:pt x="0" y="274"/>
                    <a:pt x="0" y="607"/>
                  </a:cubicBezTo>
                  <a:cubicBezTo>
                    <a:pt x="0" y="953"/>
                    <a:pt x="262" y="1227"/>
                    <a:pt x="608" y="1227"/>
                  </a:cubicBezTo>
                  <a:cubicBezTo>
                    <a:pt x="941" y="1227"/>
                    <a:pt x="1215" y="953"/>
                    <a:pt x="1215" y="607"/>
                  </a:cubicBezTo>
                  <a:cubicBezTo>
                    <a:pt x="1215" y="274"/>
                    <a:pt x="941" y="0"/>
                    <a:pt x="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239;p51">
              <a:extLst>
                <a:ext uri="{FF2B5EF4-FFF2-40B4-BE49-F238E27FC236}">
                  <a16:creationId xmlns:a16="http://schemas.microsoft.com/office/drawing/2014/main" id="{F880F5A3-001E-42CB-8BD6-EA3FEACE1DE6}"/>
                </a:ext>
              </a:extLst>
            </p:cNvPr>
            <p:cNvSpPr/>
            <p:nvPr/>
          </p:nvSpPr>
          <p:spPr>
            <a:xfrm>
              <a:off x="5466248" y="2638594"/>
              <a:ext cx="61384" cy="61765"/>
            </a:xfrm>
            <a:custGeom>
              <a:avLst/>
              <a:gdLst/>
              <a:ahLst/>
              <a:cxnLst/>
              <a:rect l="l" t="t" r="r" b="b"/>
              <a:pathLst>
                <a:path w="1930" h="1942" extrusionOk="0">
                  <a:moveTo>
                    <a:pt x="1608" y="310"/>
                  </a:moveTo>
                  <a:lnTo>
                    <a:pt x="1608" y="1596"/>
                  </a:lnTo>
                  <a:lnTo>
                    <a:pt x="322" y="1596"/>
                  </a:lnTo>
                  <a:lnTo>
                    <a:pt x="322" y="310"/>
                  </a:lnTo>
                  <a:close/>
                  <a:moveTo>
                    <a:pt x="239" y="0"/>
                  </a:moveTo>
                  <a:cubicBezTo>
                    <a:pt x="96" y="0"/>
                    <a:pt x="0" y="108"/>
                    <a:pt x="0" y="238"/>
                  </a:cubicBezTo>
                  <a:lnTo>
                    <a:pt x="0" y="1703"/>
                  </a:lnTo>
                  <a:cubicBezTo>
                    <a:pt x="0" y="1834"/>
                    <a:pt x="108" y="1941"/>
                    <a:pt x="239" y="1941"/>
                  </a:cubicBezTo>
                  <a:lnTo>
                    <a:pt x="1691" y="1941"/>
                  </a:lnTo>
                  <a:cubicBezTo>
                    <a:pt x="1834" y="1941"/>
                    <a:pt x="1929" y="1834"/>
                    <a:pt x="1929" y="1703"/>
                  </a:cubicBezTo>
                  <a:lnTo>
                    <a:pt x="1929" y="238"/>
                  </a:lnTo>
                  <a:cubicBezTo>
                    <a:pt x="1929" y="108"/>
                    <a:pt x="1834" y="0"/>
                    <a:pt x="1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240;p51">
              <a:extLst>
                <a:ext uri="{FF2B5EF4-FFF2-40B4-BE49-F238E27FC236}">
                  <a16:creationId xmlns:a16="http://schemas.microsoft.com/office/drawing/2014/main" id="{1575C0A2-4092-4045-98E7-105C5578ED2C}"/>
                </a:ext>
              </a:extLst>
            </p:cNvPr>
            <p:cNvSpPr/>
            <p:nvPr/>
          </p:nvSpPr>
          <p:spPr>
            <a:xfrm>
              <a:off x="5316287" y="2582458"/>
              <a:ext cx="325683" cy="140228"/>
            </a:xfrm>
            <a:custGeom>
              <a:avLst/>
              <a:gdLst/>
              <a:ahLst/>
              <a:cxnLst/>
              <a:rect l="l" t="t" r="r" b="b"/>
              <a:pathLst>
                <a:path w="10240" h="4409" extrusionOk="0">
                  <a:moveTo>
                    <a:pt x="8311" y="1289"/>
                  </a:moveTo>
                  <a:lnTo>
                    <a:pt x="8311" y="2420"/>
                  </a:lnTo>
                  <a:lnTo>
                    <a:pt x="7633" y="2420"/>
                  </a:lnTo>
                  <a:lnTo>
                    <a:pt x="7633" y="1289"/>
                  </a:lnTo>
                  <a:close/>
                  <a:moveTo>
                    <a:pt x="9907" y="325"/>
                  </a:moveTo>
                  <a:lnTo>
                    <a:pt x="9907" y="337"/>
                  </a:lnTo>
                  <a:lnTo>
                    <a:pt x="9907" y="3397"/>
                  </a:lnTo>
                  <a:lnTo>
                    <a:pt x="9895" y="3408"/>
                  </a:lnTo>
                  <a:lnTo>
                    <a:pt x="8656" y="3063"/>
                  </a:lnTo>
                  <a:cubicBezTo>
                    <a:pt x="8656" y="3063"/>
                    <a:pt x="8645" y="3063"/>
                    <a:pt x="8645" y="3051"/>
                  </a:cubicBezTo>
                  <a:lnTo>
                    <a:pt x="8645" y="2587"/>
                  </a:lnTo>
                  <a:lnTo>
                    <a:pt x="8645" y="1146"/>
                  </a:lnTo>
                  <a:lnTo>
                    <a:pt x="8645" y="682"/>
                  </a:lnTo>
                  <a:cubicBezTo>
                    <a:pt x="8645" y="682"/>
                    <a:pt x="8645" y="670"/>
                    <a:pt x="8656" y="670"/>
                  </a:cubicBezTo>
                  <a:lnTo>
                    <a:pt x="9895" y="325"/>
                  </a:lnTo>
                  <a:close/>
                  <a:moveTo>
                    <a:pt x="9887" y="1"/>
                  </a:moveTo>
                  <a:cubicBezTo>
                    <a:pt x="9858" y="1"/>
                    <a:pt x="9829" y="5"/>
                    <a:pt x="9799" y="15"/>
                  </a:cubicBezTo>
                  <a:lnTo>
                    <a:pt x="8573" y="360"/>
                  </a:lnTo>
                  <a:cubicBezTo>
                    <a:pt x="8418" y="396"/>
                    <a:pt x="8311" y="539"/>
                    <a:pt x="8311" y="682"/>
                  </a:cubicBezTo>
                  <a:lnTo>
                    <a:pt x="8311" y="980"/>
                  </a:lnTo>
                  <a:lnTo>
                    <a:pt x="7633" y="980"/>
                  </a:lnTo>
                  <a:lnTo>
                    <a:pt x="7633" y="741"/>
                  </a:lnTo>
                  <a:cubicBezTo>
                    <a:pt x="7633" y="658"/>
                    <a:pt x="7561" y="575"/>
                    <a:pt x="7466" y="575"/>
                  </a:cubicBezTo>
                  <a:cubicBezTo>
                    <a:pt x="7382" y="575"/>
                    <a:pt x="7299" y="658"/>
                    <a:pt x="7299" y="741"/>
                  </a:cubicBezTo>
                  <a:lnTo>
                    <a:pt x="7299" y="1146"/>
                  </a:lnTo>
                  <a:lnTo>
                    <a:pt x="7299" y="2587"/>
                  </a:lnTo>
                  <a:lnTo>
                    <a:pt x="7299" y="4004"/>
                  </a:lnTo>
                  <a:cubicBezTo>
                    <a:pt x="7299" y="4051"/>
                    <a:pt x="7263" y="4087"/>
                    <a:pt x="7216" y="4087"/>
                  </a:cubicBezTo>
                  <a:lnTo>
                    <a:pt x="417" y="4087"/>
                  </a:lnTo>
                  <a:cubicBezTo>
                    <a:pt x="370" y="4087"/>
                    <a:pt x="322" y="4051"/>
                    <a:pt x="322" y="4004"/>
                  </a:cubicBezTo>
                  <a:lnTo>
                    <a:pt x="322" y="1503"/>
                  </a:lnTo>
                  <a:cubicBezTo>
                    <a:pt x="322" y="1408"/>
                    <a:pt x="251" y="1337"/>
                    <a:pt x="155" y="1337"/>
                  </a:cubicBezTo>
                  <a:cubicBezTo>
                    <a:pt x="72" y="1337"/>
                    <a:pt x="1" y="1408"/>
                    <a:pt x="1" y="1503"/>
                  </a:cubicBezTo>
                  <a:lnTo>
                    <a:pt x="1" y="4004"/>
                  </a:lnTo>
                  <a:cubicBezTo>
                    <a:pt x="1" y="4230"/>
                    <a:pt x="179" y="4409"/>
                    <a:pt x="394" y="4409"/>
                  </a:cubicBezTo>
                  <a:lnTo>
                    <a:pt x="7216" y="4409"/>
                  </a:lnTo>
                  <a:cubicBezTo>
                    <a:pt x="7442" y="4409"/>
                    <a:pt x="7621" y="4230"/>
                    <a:pt x="7621" y="4004"/>
                  </a:cubicBezTo>
                  <a:lnTo>
                    <a:pt x="7621" y="2754"/>
                  </a:lnTo>
                  <a:lnTo>
                    <a:pt x="8299" y="2754"/>
                  </a:lnTo>
                  <a:lnTo>
                    <a:pt x="8299" y="3051"/>
                  </a:lnTo>
                  <a:cubicBezTo>
                    <a:pt x="8299" y="3194"/>
                    <a:pt x="8406" y="3337"/>
                    <a:pt x="8549" y="3373"/>
                  </a:cubicBezTo>
                  <a:lnTo>
                    <a:pt x="9788" y="3718"/>
                  </a:lnTo>
                  <a:cubicBezTo>
                    <a:pt x="9823" y="3730"/>
                    <a:pt x="9847" y="3730"/>
                    <a:pt x="9883" y="3730"/>
                  </a:cubicBezTo>
                  <a:cubicBezTo>
                    <a:pt x="9954" y="3730"/>
                    <a:pt x="10026" y="3706"/>
                    <a:pt x="10085" y="3658"/>
                  </a:cubicBezTo>
                  <a:cubicBezTo>
                    <a:pt x="10180" y="3599"/>
                    <a:pt x="10216" y="3492"/>
                    <a:pt x="10216" y="3397"/>
                  </a:cubicBezTo>
                  <a:lnTo>
                    <a:pt x="10216" y="337"/>
                  </a:lnTo>
                  <a:cubicBezTo>
                    <a:pt x="10240" y="241"/>
                    <a:pt x="10169" y="134"/>
                    <a:pt x="10097" y="75"/>
                  </a:cubicBezTo>
                  <a:cubicBezTo>
                    <a:pt x="10037" y="32"/>
                    <a:pt x="9964" y="1"/>
                    <a:pt x="98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Flecha: circular 34">
            <a:extLst>
              <a:ext uri="{FF2B5EF4-FFF2-40B4-BE49-F238E27FC236}">
                <a16:creationId xmlns:a16="http://schemas.microsoft.com/office/drawing/2014/main" id="{F33A713E-0E19-423F-AB52-4D2B95252505}"/>
              </a:ext>
            </a:extLst>
          </p:cNvPr>
          <p:cNvSpPr/>
          <p:nvPr/>
        </p:nvSpPr>
        <p:spPr>
          <a:xfrm>
            <a:off x="4382685" y="1579932"/>
            <a:ext cx="824977" cy="771842"/>
          </a:xfrm>
          <a:prstGeom prst="circularArrow">
            <a:avLst/>
          </a:prstGeom>
          <a:solidFill>
            <a:schemeClr val="bg1">
              <a:lumMod val="2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7" name="Flecha: circular 36">
            <a:extLst>
              <a:ext uri="{FF2B5EF4-FFF2-40B4-BE49-F238E27FC236}">
                <a16:creationId xmlns:a16="http://schemas.microsoft.com/office/drawing/2014/main" id="{9C1346BC-D01A-4FB5-BFFA-726D61929DFD}"/>
              </a:ext>
            </a:extLst>
          </p:cNvPr>
          <p:cNvSpPr/>
          <p:nvPr/>
        </p:nvSpPr>
        <p:spPr>
          <a:xfrm>
            <a:off x="4344025" y="3301605"/>
            <a:ext cx="824977" cy="771842"/>
          </a:xfrm>
          <a:prstGeom prst="circularArrow">
            <a:avLst/>
          </a:prstGeom>
          <a:solidFill>
            <a:schemeClr val="bg1">
              <a:lumMod val="25000"/>
            </a:schemeClr>
          </a:solidFill>
          <a:ln>
            <a:noFill/>
          </a:ln>
          <a:scene3d>
            <a:camera prst="orthographicFront">
              <a:rot lat="10800000" lon="10800000" rev="6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4764194-D4B5-4B22-A737-F070231E94B2}"/>
              </a:ext>
            </a:extLst>
          </p:cNvPr>
          <p:cNvSpPr txBox="1"/>
          <p:nvPr/>
        </p:nvSpPr>
        <p:spPr>
          <a:xfrm>
            <a:off x="5906940" y="2490686"/>
            <a:ext cx="2911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Interacción del usuario con la escena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8FF1FAC-423A-4C92-B16F-D99A68D97BB6}"/>
              </a:ext>
            </a:extLst>
          </p:cNvPr>
          <p:cNvSpPr txBox="1"/>
          <p:nvPr/>
        </p:nvSpPr>
        <p:spPr>
          <a:xfrm>
            <a:off x="3756266" y="870170"/>
            <a:ext cx="245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HandleZoom</a:t>
            </a:r>
            <a:r>
              <a:rPr lang="es-AR" sz="18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()</a:t>
            </a:r>
          </a:p>
          <a:p>
            <a:r>
              <a:rPr lang="es-AR" sz="18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HandleRotation</a:t>
            </a:r>
            <a:r>
              <a:rPr lang="es-AR" sz="1800" dirty="0">
                <a:latin typeface="Fira Code" pitchFamily="1" charset="0"/>
                <a:ea typeface="Fira Code" pitchFamily="1" charset="0"/>
                <a:cs typeface="Fira Code" pitchFamily="1" charset="0"/>
              </a:rPr>
              <a:t>()</a:t>
            </a:r>
          </a:p>
        </p:txBody>
      </p:sp>
      <p:sp>
        <p:nvSpPr>
          <p:cNvPr id="43" name="Flecha: hacia la izquierda 42">
            <a:extLst>
              <a:ext uri="{FF2B5EF4-FFF2-40B4-BE49-F238E27FC236}">
                <a16:creationId xmlns:a16="http://schemas.microsoft.com/office/drawing/2014/main" id="{95B7E372-1388-421C-B2CC-B37615392862}"/>
              </a:ext>
            </a:extLst>
          </p:cNvPr>
          <p:cNvSpPr/>
          <p:nvPr/>
        </p:nvSpPr>
        <p:spPr>
          <a:xfrm>
            <a:off x="2686050" y="2642738"/>
            <a:ext cx="1115939" cy="271785"/>
          </a:xfrm>
          <a:prstGeom prst="leftArrow">
            <a:avLst/>
          </a:prstGeom>
          <a:solidFill>
            <a:schemeClr val="bg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38A753B-1057-4D35-B24D-42D56ACEB7A8}"/>
              </a:ext>
            </a:extLst>
          </p:cNvPr>
          <p:cNvSpPr txBox="1"/>
          <p:nvPr/>
        </p:nvSpPr>
        <p:spPr>
          <a:xfrm>
            <a:off x="618194" y="2629185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800" dirty="0">
                <a:latin typeface="Anybody" panose="020B0604020202020204" charset="0"/>
              </a:rPr>
              <a:t>Matriz de vista</a:t>
            </a:r>
          </a:p>
        </p:txBody>
      </p:sp>
    </p:spTree>
    <p:extLst>
      <p:ext uri="{BB962C8B-B14F-4D97-AF65-F5344CB8AC3E}">
        <p14:creationId xmlns:p14="http://schemas.microsoft.com/office/powerpoint/2010/main" val="274169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4076700" y="2005825"/>
            <a:ext cx="4838697" cy="290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Presentación del proyecto en Unity</a:t>
            </a:r>
            <a:endParaRPr dirty="0"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2"/>
          </p:nvPr>
        </p:nvSpPr>
        <p:spPr>
          <a:xfrm>
            <a:off x="4297375" y="641350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171" name="Google Shape;171;p29"/>
          <p:cNvCxnSpPr/>
          <p:nvPr/>
        </p:nvCxnSpPr>
        <p:spPr>
          <a:xfrm>
            <a:off x="3712425" y="425"/>
            <a:ext cx="0" cy="52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28;p25">
            <a:extLst>
              <a:ext uri="{FF2B5EF4-FFF2-40B4-BE49-F238E27FC236}">
                <a16:creationId xmlns:a16="http://schemas.microsoft.com/office/drawing/2014/main" id="{BAEE8FA8-51A0-4B29-8C46-D0D4FB73A2B1}"/>
              </a:ext>
            </a:extLst>
          </p:cNvPr>
          <p:cNvCxnSpPr>
            <a:cxnSpLocks/>
          </p:cNvCxnSpPr>
          <p:nvPr/>
        </p:nvCxnSpPr>
        <p:spPr>
          <a:xfrm>
            <a:off x="0" y="3098800"/>
            <a:ext cx="371242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BB088CD-D614-4D3D-A576-E2663F791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98" b="97605" l="9967" r="89701">
                        <a14:foregroundMark x1="47841" y1="91018" x2="49834" y2="92814"/>
                        <a14:foregroundMark x1="49834" y1="97605" x2="49834" y2="97605"/>
                        <a14:foregroundMark x1="44186" y1="7186" x2="44186" y2="7186"/>
                        <a14:foregroundMark x1="52824" y1="2395" x2="58140" y2="7784"/>
                        <a14:foregroundMark x1="46512" y1="2994" x2="47508" y2="11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263" y="975200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8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96;p38">
            <a:extLst>
              <a:ext uri="{FF2B5EF4-FFF2-40B4-BE49-F238E27FC236}">
                <a16:creationId xmlns:a16="http://schemas.microsoft.com/office/drawing/2014/main" id="{CE301DEA-56BD-4BED-A089-C22CAB9AA92A}"/>
              </a:ext>
            </a:extLst>
          </p:cNvPr>
          <p:cNvSpPr txBox="1">
            <a:spLocks/>
          </p:cNvSpPr>
          <p:nvPr/>
        </p:nvSpPr>
        <p:spPr>
          <a:xfrm>
            <a:off x="2907512" y="2015225"/>
            <a:ext cx="3328976" cy="111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nybody"/>
              <a:buNone/>
              <a:defRPr sz="26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sz="6400" dirty="0"/>
              <a:t>Gracias</a:t>
            </a:r>
          </a:p>
        </p:txBody>
      </p:sp>
      <p:sp>
        <p:nvSpPr>
          <p:cNvPr id="4" name="Google Shape;296;p38">
            <a:extLst>
              <a:ext uri="{FF2B5EF4-FFF2-40B4-BE49-F238E27FC236}">
                <a16:creationId xmlns:a16="http://schemas.microsoft.com/office/drawing/2014/main" id="{C06F071F-DB85-4B4D-995E-ABC45249751D}"/>
              </a:ext>
            </a:extLst>
          </p:cNvPr>
          <p:cNvSpPr txBox="1">
            <a:spLocks/>
          </p:cNvSpPr>
          <p:nvPr/>
        </p:nvSpPr>
        <p:spPr>
          <a:xfrm>
            <a:off x="3436974" y="2967259"/>
            <a:ext cx="2270052" cy="622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nybody"/>
              <a:buNone/>
              <a:defRPr sz="26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ybody"/>
              <a:buNone/>
              <a:defRPr sz="3500" b="0" i="0" u="none" strike="noStrike" cap="none">
                <a:solidFill>
                  <a:schemeClr val="dk2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sz="3200" b="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Google Sans"/>
              </a:rPr>
              <a:t>¿</a:t>
            </a:r>
            <a:r>
              <a:rPr lang="en-US" sz="3200" b="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Google Sans"/>
              </a:rPr>
              <a:t>Preguntas</a:t>
            </a:r>
            <a:r>
              <a:rPr lang="en-US" sz="3200" b="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Google Sans"/>
              </a:rPr>
              <a:t>?</a:t>
            </a:r>
            <a:endParaRPr lang="en-US" sz="32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002047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Aesthetic by Slidesgo">
  <a:themeElements>
    <a:clrScheme name="Simple Light">
      <a:dk1>
        <a:srgbClr val="332E2A"/>
      </a:dk1>
      <a:lt1>
        <a:srgbClr val="F1EBE3"/>
      </a:lt1>
      <a:dk2>
        <a:srgbClr val="A14342"/>
      </a:dk2>
      <a:lt2>
        <a:srgbClr val="E2E2E2"/>
      </a:lt2>
      <a:accent1>
        <a:srgbClr val="9E796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2E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383</Words>
  <Application>Microsoft Office PowerPoint</Application>
  <PresentationFormat>Presentación en pantalla (16:9)</PresentationFormat>
  <Paragraphs>123</Paragraphs>
  <Slides>19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30" baseType="lpstr">
      <vt:lpstr>Fira Code</vt:lpstr>
      <vt:lpstr>Bebas Neue</vt:lpstr>
      <vt:lpstr>Open Sans Light</vt:lpstr>
      <vt:lpstr>Google Sans</vt:lpstr>
      <vt:lpstr>Nunito Light</vt:lpstr>
      <vt:lpstr>Anybody</vt:lpstr>
      <vt:lpstr>Calibri</vt:lpstr>
      <vt:lpstr>Open Sans</vt:lpstr>
      <vt:lpstr>Anaheim</vt:lpstr>
      <vt:lpstr>Arial</vt:lpstr>
      <vt:lpstr>Minimalist Aesthetic by Slidesgo</vt:lpstr>
      <vt:lpstr>Proyecto 1 - Monoambiente</vt:lpstr>
      <vt:lpstr>Índice</vt:lpstr>
      <vt:lpstr>Inspiración</vt:lpstr>
      <vt:lpstr>Presentación de PowerPoint</vt:lpstr>
      <vt:lpstr>Presentación de PowerPoint</vt:lpstr>
      <vt:lpstr>Presentación de PowerPoint</vt:lpstr>
      <vt:lpstr>Presentación de PowerPoint</vt:lpstr>
      <vt:lpstr>Face culling</vt:lpstr>
      <vt:lpstr>Face culling</vt:lpstr>
      <vt:lpstr>Face culling</vt:lpstr>
      <vt:lpstr>Face culling</vt:lpstr>
      <vt:lpstr>Carga de modelos</vt:lpstr>
      <vt:lpstr>abstract class CustomGameObject</vt:lpstr>
      <vt:lpstr>CustomGameObject</vt:lpstr>
      <vt:lpstr>Parser de modelos .obj</vt:lpstr>
      <vt:lpstr>Cámaras y transformaciones</vt:lpstr>
      <vt:lpstr>Presentación de PowerPoint</vt:lpstr>
      <vt:lpstr>Presentación del proyecto en Unity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Monoambiente</dc:title>
  <cp:lastModifiedBy>Facundo Gartner</cp:lastModifiedBy>
  <cp:revision>32</cp:revision>
  <dcterms:modified xsi:type="dcterms:W3CDTF">2026-04-24T12:24:17Z</dcterms:modified>
</cp:coreProperties>
</file>